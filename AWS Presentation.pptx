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1" r:id="rId15"/>
    <p:sldId id="270" r:id="rId16"/>
    <p:sldId id="272" r:id="rId17"/>
    <p:sldId id="273" r:id="rId18"/>
    <p:sldId id="274" r:id="rId19"/>
    <p:sldId id="275" r:id="rId20"/>
    <p:sldId id="276" r:id="rId21"/>
    <p:sldId id="280" r:id="rId22"/>
    <p:sldId id="278" r:id="rId23"/>
    <p:sldId id="281" r:id="rId24"/>
    <p:sldId id="282" r:id="rId25"/>
    <p:sldId id="283" r:id="rId26"/>
    <p:sldId id="284" r:id="rId27"/>
    <p:sldId id="285" r:id="rId28"/>
    <p:sldId id="28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3F22"/>
    <a:srgbClr val="E67228"/>
    <a:srgbClr val="5EDABF"/>
    <a:srgbClr val="FF6600"/>
    <a:srgbClr val="3F42CD"/>
    <a:srgbClr val="ED7100"/>
    <a:srgbClr val="6F71D9"/>
    <a:srgbClr val="009999"/>
    <a:srgbClr val="FF006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7D6FAA-AF05-B2A7-2000-BCF94D567B8C}" v="2" dt="2025-12-08T09:19:45.128"/>
    <p1510:client id="{AC516639-DA25-E7D5-25D1-BEB52DC74E3D}" v="11" dt="2025-12-07T20:18:05.090"/>
    <p1510:client id="{B97902CB-B648-DF53-6DEC-6ABBA2BF7382}" v="4" dt="2025-12-07T16:30:56.6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4660"/>
  </p:normalViewPr>
  <p:slideViewPr>
    <p:cSldViewPr snapToGrid="0">
      <p:cViewPr>
        <p:scale>
          <a:sx n="75" d="100"/>
          <a:sy n="75" d="100"/>
        </p:scale>
        <p:origin x="1956" y="726"/>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517D6FAA-AF05-B2A7-2000-BCF94D567B8C}"/>
    <pc:docChg chg="modSld">
      <pc:chgData name="Guest User" userId="" providerId="Windows Live" clId="Web-{517D6FAA-AF05-B2A7-2000-BCF94D567B8C}" dt="2025-12-08T09:19:45.128" v="1" actId="1076"/>
      <pc:docMkLst>
        <pc:docMk/>
      </pc:docMkLst>
      <pc:sldChg chg="modSp">
        <pc:chgData name="Guest User" userId="" providerId="Windows Live" clId="Web-{517D6FAA-AF05-B2A7-2000-BCF94D567B8C}" dt="2025-12-08T09:19:45.128" v="1" actId="1076"/>
        <pc:sldMkLst>
          <pc:docMk/>
          <pc:sldMk cId="1121491877" sldId="274"/>
        </pc:sldMkLst>
        <pc:picChg chg="mod">
          <ac:chgData name="Guest User" userId="" providerId="Windows Live" clId="Web-{517D6FAA-AF05-B2A7-2000-BCF94D567B8C}" dt="2025-12-08T09:19:45.128" v="1" actId="1076"/>
          <ac:picMkLst>
            <pc:docMk/>
            <pc:sldMk cId="1121491877" sldId="274"/>
            <ac:picMk id="9" creationId="{CD0A7C42-4BDD-3C72-2044-F040DAE4DCB0}"/>
          </ac:picMkLst>
        </pc:picChg>
      </pc:sldChg>
    </pc:docChg>
  </pc:docChgLst>
  <pc:docChgLst>
    <pc:chgData name="Amine Essa" userId="5f60722bca1c8f57" providerId="LiveId" clId="{6D09A7DE-9230-406F-961D-B9D95BD495B5}"/>
    <pc:docChg chg="undo custSel delSld modSld sldOrd">
      <pc:chgData name="Amine Essa" userId="5f60722bca1c8f57" providerId="LiveId" clId="{6D09A7DE-9230-406F-961D-B9D95BD495B5}" dt="2025-12-08T11:20:52.161" v="365" actId="20577"/>
      <pc:docMkLst>
        <pc:docMk/>
      </pc:docMkLst>
      <pc:sldChg chg="modSp mod">
        <pc:chgData name="Amine Essa" userId="5f60722bca1c8f57" providerId="LiveId" clId="{6D09A7DE-9230-406F-961D-B9D95BD495B5}" dt="2025-12-08T11:20:52.161" v="365" actId="20577"/>
        <pc:sldMkLst>
          <pc:docMk/>
          <pc:sldMk cId="1665000688" sldId="257"/>
        </pc:sldMkLst>
        <pc:spChg chg="mod">
          <ac:chgData name="Amine Essa" userId="5f60722bca1c8f57" providerId="LiveId" clId="{6D09A7DE-9230-406F-961D-B9D95BD495B5}" dt="2025-12-07T22:30:31.498" v="185" actId="1076"/>
          <ac:spMkLst>
            <pc:docMk/>
            <pc:sldMk cId="1665000688" sldId="257"/>
            <ac:spMk id="1041" creationId="{5ABD5C34-76EA-F9DE-EEF2-E9CB83CCCC65}"/>
          </ac:spMkLst>
        </pc:spChg>
        <pc:spChg chg="mod">
          <ac:chgData name="Amine Essa" userId="5f60722bca1c8f57" providerId="LiveId" clId="{6D09A7DE-9230-406F-961D-B9D95BD495B5}" dt="2025-12-08T11:20:52.161" v="365" actId="20577"/>
          <ac:spMkLst>
            <pc:docMk/>
            <pc:sldMk cId="1665000688" sldId="257"/>
            <ac:spMk id="1042" creationId="{0D8B22F1-1938-F8D4-8D58-E1B5B65EAAA3}"/>
          </ac:spMkLst>
        </pc:spChg>
      </pc:sldChg>
      <pc:sldChg chg="modSp mod modTransition addAnim delAnim modAnim">
        <pc:chgData name="Amine Essa" userId="5f60722bca1c8f57" providerId="LiveId" clId="{6D09A7DE-9230-406F-961D-B9D95BD495B5}" dt="2025-12-07T22:37:24.951" v="237" actId="14100"/>
        <pc:sldMkLst>
          <pc:docMk/>
          <pc:sldMk cId="255137507" sldId="261"/>
        </pc:sldMkLst>
        <pc:spChg chg="mod">
          <ac:chgData name="Amine Essa" userId="5f60722bca1c8f57" providerId="LiveId" clId="{6D09A7DE-9230-406F-961D-B9D95BD495B5}" dt="2025-12-07T22:29:45.817" v="167" actId="207"/>
          <ac:spMkLst>
            <pc:docMk/>
            <pc:sldMk cId="255137507" sldId="261"/>
            <ac:spMk id="9" creationId="{3133F870-15E6-DF0C-1902-543BA0FB1237}"/>
          </ac:spMkLst>
        </pc:spChg>
        <pc:spChg chg="mod">
          <ac:chgData name="Amine Essa" userId="5f60722bca1c8f57" providerId="LiveId" clId="{6D09A7DE-9230-406F-961D-B9D95BD495B5}" dt="2025-12-07T22:36:19.556" v="228" actId="2711"/>
          <ac:spMkLst>
            <pc:docMk/>
            <pc:sldMk cId="255137507" sldId="261"/>
            <ac:spMk id="15" creationId="{C2B7BE5D-B520-3181-7014-185FF80B28A5}"/>
          </ac:spMkLst>
        </pc:spChg>
        <pc:spChg chg="mod">
          <ac:chgData name="Amine Essa" userId="5f60722bca1c8f57" providerId="LiveId" clId="{6D09A7DE-9230-406F-961D-B9D95BD495B5}" dt="2025-12-07T22:30:15.305" v="173" actId="1076"/>
          <ac:spMkLst>
            <pc:docMk/>
            <pc:sldMk cId="255137507" sldId="261"/>
            <ac:spMk id="16" creationId="{4C68C91C-3019-4B76-25D3-4DA57348C472}"/>
          </ac:spMkLst>
        </pc:spChg>
        <pc:spChg chg="mod">
          <ac:chgData name="Amine Essa" userId="5f60722bca1c8f57" providerId="LiveId" clId="{6D09A7DE-9230-406F-961D-B9D95BD495B5}" dt="2025-12-07T22:37:24.951" v="237" actId="14100"/>
          <ac:spMkLst>
            <pc:docMk/>
            <pc:sldMk cId="255137507" sldId="261"/>
            <ac:spMk id="20" creationId="{7BAADAAB-AB79-AAA6-486C-E1A2F339C3B5}"/>
          </ac:spMkLst>
        </pc:spChg>
      </pc:sldChg>
      <pc:sldChg chg="modSp mod">
        <pc:chgData name="Amine Essa" userId="5f60722bca1c8f57" providerId="LiveId" clId="{6D09A7DE-9230-406F-961D-B9D95BD495B5}" dt="2025-12-07T22:38:10.809" v="243" actId="12"/>
        <pc:sldMkLst>
          <pc:docMk/>
          <pc:sldMk cId="3914657480" sldId="262"/>
        </pc:sldMkLst>
        <pc:spChg chg="mod">
          <ac:chgData name="Amine Essa" userId="5f60722bca1c8f57" providerId="LiveId" clId="{6D09A7DE-9230-406F-961D-B9D95BD495B5}" dt="2025-12-07T22:34:56.699" v="216" actId="20577"/>
          <ac:spMkLst>
            <pc:docMk/>
            <pc:sldMk cId="3914657480" sldId="262"/>
            <ac:spMk id="9" creationId="{00ACF2D7-F3DA-F982-D09D-141ABB38727E}"/>
          </ac:spMkLst>
        </pc:spChg>
        <pc:spChg chg="mod">
          <ac:chgData name="Amine Essa" userId="5f60722bca1c8f57" providerId="LiveId" clId="{6D09A7DE-9230-406F-961D-B9D95BD495B5}" dt="2025-12-07T22:37:53.056" v="240" actId="12"/>
          <ac:spMkLst>
            <pc:docMk/>
            <pc:sldMk cId="3914657480" sldId="262"/>
            <ac:spMk id="15" creationId="{53B81700-6D90-E98D-D0D2-CAEBA770C261}"/>
          </ac:spMkLst>
        </pc:spChg>
        <pc:spChg chg="mod">
          <ac:chgData name="Amine Essa" userId="5f60722bca1c8f57" providerId="LiveId" clId="{6D09A7DE-9230-406F-961D-B9D95BD495B5}" dt="2025-12-07T22:36:55.288" v="233" actId="255"/>
          <ac:spMkLst>
            <pc:docMk/>
            <pc:sldMk cId="3914657480" sldId="262"/>
            <ac:spMk id="16" creationId="{654EF774-3CD3-F6E3-7EF1-A4555FD8C833}"/>
          </ac:spMkLst>
        </pc:spChg>
        <pc:spChg chg="mod">
          <ac:chgData name="Amine Essa" userId="5f60722bca1c8f57" providerId="LiveId" clId="{6D09A7DE-9230-406F-961D-B9D95BD495B5}" dt="2025-12-07T22:38:10.809" v="243" actId="12"/>
          <ac:spMkLst>
            <pc:docMk/>
            <pc:sldMk cId="3914657480" sldId="262"/>
            <ac:spMk id="20" creationId="{FCADFEC4-0D8E-3E5B-31C4-5FFC3D9521F5}"/>
          </ac:spMkLst>
        </pc:spChg>
      </pc:sldChg>
      <pc:sldChg chg="modTransition addAnim delAnim modAnim">
        <pc:chgData name="Amine Essa" userId="5f60722bca1c8f57" providerId="LiveId" clId="{6D09A7DE-9230-406F-961D-B9D95BD495B5}" dt="2025-11-30T21:33:15.085" v="94"/>
        <pc:sldMkLst>
          <pc:docMk/>
          <pc:sldMk cId="1796207438" sldId="263"/>
        </pc:sldMkLst>
      </pc:sldChg>
      <pc:sldChg chg="addAnim delAnim modAnim">
        <pc:chgData name="Amine Essa" userId="5f60722bca1c8f57" providerId="LiveId" clId="{6D09A7DE-9230-406F-961D-B9D95BD495B5}" dt="2025-11-30T21:35:33.277" v="100"/>
        <pc:sldMkLst>
          <pc:docMk/>
          <pc:sldMk cId="2141091151" sldId="266"/>
        </pc:sldMkLst>
      </pc:sldChg>
      <pc:sldChg chg="modSp mod addAnim delAnim modAnim">
        <pc:chgData name="Amine Essa" userId="5f60722bca1c8f57" providerId="LiveId" clId="{6D09A7DE-9230-406F-961D-B9D95BD495B5}" dt="2025-11-30T21:36:00.780" v="103"/>
        <pc:sldMkLst>
          <pc:docMk/>
          <pc:sldMk cId="1564813721" sldId="269"/>
        </pc:sldMkLst>
        <pc:spChg chg="mod">
          <ac:chgData name="Amine Essa" userId="5f60722bca1c8f57" providerId="LiveId" clId="{6D09A7DE-9230-406F-961D-B9D95BD495B5}" dt="2025-11-30T21:34:12.375" v="96" actId="20577"/>
          <ac:spMkLst>
            <pc:docMk/>
            <pc:sldMk cId="1564813721" sldId="269"/>
            <ac:spMk id="4" creationId="{61F630D2-D1BA-4D07-6081-B338AD2EFED1}"/>
          </ac:spMkLst>
        </pc:spChg>
      </pc:sldChg>
      <pc:sldChg chg="modSp mod addAnim delAnim modAnim">
        <pc:chgData name="Amine Essa" userId="5f60722bca1c8f57" providerId="LiveId" clId="{6D09A7DE-9230-406F-961D-B9D95BD495B5}" dt="2025-12-08T07:58:21.811" v="356" actId="207"/>
        <pc:sldMkLst>
          <pc:docMk/>
          <pc:sldMk cId="3363963525" sldId="270"/>
        </pc:sldMkLst>
        <pc:spChg chg="mod">
          <ac:chgData name="Amine Essa" userId="5f60722bca1c8f57" providerId="LiveId" clId="{6D09A7DE-9230-406F-961D-B9D95BD495B5}" dt="2025-12-07T22:38:40.592" v="244" actId="20577"/>
          <ac:spMkLst>
            <pc:docMk/>
            <pc:sldMk cId="3363963525" sldId="270"/>
            <ac:spMk id="4" creationId="{FF7DBCF0-46DD-72E4-06E6-AA09DC47AB92}"/>
          </ac:spMkLst>
        </pc:spChg>
        <pc:spChg chg="mod">
          <ac:chgData name="Amine Essa" userId="5f60722bca1c8f57" providerId="LiveId" clId="{6D09A7DE-9230-406F-961D-B9D95BD495B5}" dt="2025-12-08T07:58:21.811" v="356" actId="207"/>
          <ac:spMkLst>
            <pc:docMk/>
            <pc:sldMk cId="3363963525" sldId="270"/>
            <ac:spMk id="9" creationId="{2A7EEF72-3D02-145C-C400-55A802DD1805}"/>
          </ac:spMkLst>
        </pc:spChg>
      </pc:sldChg>
      <pc:sldChg chg="modSp mod">
        <pc:chgData name="Amine Essa" userId="5f60722bca1c8f57" providerId="LiveId" clId="{6D09A7DE-9230-406F-961D-B9D95BD495B5}" dt="2025-12-08T07:58:36.627" v="360" actId="207"/>
        <pc:sldMkLst>
          <pc:docMk/>
          <pc:sldMk cId="1853878200" sldId="272"/>
        </pc:sldMkLst>
        <pc:spChg chg="mod">
          <ac:chgData name="Amine Essa" userId="5f60722bca1c8f57" providerId="LiveId" clId="{6D09A7DE-9230-406F-961D-B9D95BD495B5}" dt="2025-12-07T22:38:47.684" v="245" actId="20577"/>
          <ac:spMkLst>
            <pc:docMk/>
            <pc:sldMk cId="1853878200" sldId="272"/>
            <ac:spMk id="4" creationId="{E5475F1E-19A5-179F-071E-B1E9D7EBBB70}"/>
          </ac:spMkLst>
        </pc:spChg>
        <pc:spChg chg="mod">
          <ac:chgData name="Amine Essa" userId="5f60722bca1c8f57" providerId="LiveId" clId="{6D09A7DE-9230-406F-961D-B9D95BD495B5}" dt="2025-12-08T07:58:36.627" v="360" actId="207"/>
          <ac:spMkLst>
            <pc:docMk/>
            <pc:sldMk cId="1853878200" sldId="272"/>
            <ac:spMk id="9" creationId="{12074CA0-7F1E-6CD4-87A6-C5B95BCA51F2}"/>
          </ac:spMkLst>
        </pc:spChg>
      </pc:sldChg>
      <pc:sldChg chg="modSp mod">
        <pc:chgData name="Amine Essa" userId="5f60722bca1c8f57" providerId="LiveId" clId="{6D09A7DE-9230-406F-961D-B9D95BD495B5}" dt="2025-12-07T22:38:51.569" v="246" actId="20577"/>
        <pc:sldMkLst>
          <pc:docMk/>
          <pc:sldMk cId="2097839400" sldId="273"/>
        </pc:sldMkLst>
        <pc:spChg chg="mod">
          <ac:chgData name="Amine Essa" userId="5f60722bca1c8f57" providerId="LiveId" clId="{6D09A7DE-9230-406F-961D-B9D95BD495B5}" dt="2025-12-07T22:38:51.569" v="246" actId="20577"/>
          <ac:spMkLst>
            <pc:docMk/>
            <pc:sldMk cId="2097839400" sldId="273"/>
            <ac:spMk id="4" creationId="{F4778AC9-E888-F21E-01AE-11FDD1DFF100}"/>
          </ac:spMkLst>
        </pc:spChg>
      </pc:sldChg>
      <pc:sldChg chg="addSp modSp mod">
        <pc:chgData name="Amine Essa" userId="5f60722bca1c8f57" providerId="LiveId" clId="{6D09A7DE-9230-406F-961D-B9D95BD495B5}" dt="2025-12-07T22:46:54.874" v="303" actId="1076"/>
        <pc:sldMkLst>
          <pc:docMk/>
          <pc:sldMk cId="1121491877" sldId="274"/>
        </pc:sldMkLst>
        <pc:spChg chg="mod">
          <ac:chgData name="Amine Essa" userId="5f60722bca1c8f57" providerId="LiveId" clId="{6D09A7DE-9230-406F-961D-B9D95BD495B5}" dt="2025-12-07T22:38:55.567" v="247" actId="20577"/>
          <ac:spMkLst>
            <pc:docMk/>
            <pc:sldMk cId="1121491877" sldId="274"/>
            <ac:spMk id="4" creationId="{C69DFB21-CE5D-3683-8E70-0FD5FE0E822B}"/>
          </ac:spMkLst>
        </pc:spChg>
        <pc:spChg chg="add mod">
          <ac:chgData name="Amine Essa" userId="5f60722bca1c8f57" providerId="LiveId" clId="{6D09A7DE-9230-406F-961D-B9D95BD495B5}" dt="2025-12-07T22:46:54.874" v="303" actId="1076"/>
          <ac:spMkLst>
            <pc:docMk/>
            <pc:sldMk cId="1121491877" sldId="274"/>
            <ac:spMk id="5" creationId="{67DD9696-39F7-84BD-6AF7-CDEE2272E5B9}"/>
          </ac:spMkLst>
        </pc:spChg>
        <pc:picChg chg="mod">
          <ac:chgData name="Amine Essa" userId="5f60722bca1c8f57" providerId="LiveId" clId="{6D09A7DE-9230-406F-961D-B9D95BD495B5}" dt="2025-12-07T22:46:05.382" v="286" actId="14100"/>
          <ac:picMkLst>
            <pc:docMk/>
            <pc:sldMk cId="1121491877" sldId="274"/>
            <ac:picMk id="9" creationId="{CD0A7C42-4BDD-3C72-2044-F040DAE4DCB0}"/>
          </ac:picMkLst>
        </pc:picChg>
      </pc:sldChg>
      <pc:sldChg chg="modSp mod">
        <pc:chgData name="Amine Essa" userId="5f60722bca1c8f57" providerId="LiveId" clId="{6D09A7DE-9230-406F-961D-B9D95BD495B5}" dt="2025-12-07T22:38:59.496" v="248" actId="20577"/>
        <pc:sldMkLst>
          <pc:docMk/>
          <pc:sldMk cId="1542559740" sldId="275"/>
        </pc:sldMkLst>
        <pc:spChg chg="mod">
          <ac:chgData name="Amine Essa" userId="5f60722bca1c8f57" providerId="LiveId" clId="{6D09A7DE-9230-406F-961D-B9D95BD495B5}" dt="2025-12-07T22:38:59.496" v="248" actId="20577"/>
          <ac:spMkLst>
            <pc:docMk/>
            <pc:sldMk cId="1542559740" sldId="275"/>
            <ac:spMk id="4" creationId="{19D67DBF-CAD3-E520-4ADB-3E53EE242AFA}"/>
          </ac:spMkLst>
        </pc:spChg>
      </pc:sldChg>
      <pc:sldChg chg="modSp mod">
        <pc:chgData name="Amine Essa" userId="5f60722bca1c8f57" providerId="LiveId" clId="{6D09A7DE-9230-406F-961D-B9D95BD495B5}" dt="2025-12-07T20:19:35.517" v="105" actId="1076"/>
        <pc:sldMkLst>
          <pc:docMk/>
          <pc:sldMk cId="489954575" sldId="276"/>
        </pc:sldMkLst>
        <pc:spChg chg="mod">
          <ac:chgData name="Amine Essa" userId="5f60722bca1c8f57" providerId="LiveId" clId="{6D09A7DE-9230-406F-961D-B9D95BD495B5}" dt="2025-12-07T20:19:35.517" v="105" actId="1076"/>
          <ac:spMkLst>
            <pc:docMk/>
            <pc:sldMk cId="489954575" sldId="276"/>
            <ac:spMk id="5" creationId="{FD1E0B72-A4BD-E2DE-7B92-0F85180B63A4}"/>
          </ac:spMkLst>
        </pc:spChg>
      </pc:sldChg>
      <pc:sldChg chg="modSp mod">
        <pc:chgData name="Amine Essa" userId="5f60722bca1c8f57" providerId="LiveId" clId="{6D09A7DE-9230-406F-961D-B9D95BD495B5}" dt="2025-12-07T22:39:08.566" v="250" actId="20577"/>
        <pc:sldMkLst>
          <pc:docMk/>
          <pc:sldMk cId="1655512414" sldId="278"/>
        </pc:sldMkLst>
        <pc:spChg chg="mod">
          <ac:chgData name="Amine Essa" userId="5f60722bca1c8f57" providerId="LiveId" clId="{6D09A7DE-9230-406F-961D-B9D95BD495B5}" dt="2025-12-07T22:39:08.566" v="250" actId="20577"/>
          <ac:spMkLst>
            <pc:docMk/>
            <pc:sldMk cId="1655512414" sldId="278"/>
            <ac:spMk id="4" creationId="{8BC59CF2-8727-73FB-5EB3-622868BCD15E}"/>
          </ac:spMkLst>
        </pc:spChg>
      </pc:sldChg>
      <pc:sldChg chg="modSp mod ord addAnim delAnim modAnim">
        <pc:chgData name="Amine Essa" userId="5f60722bca1c8f57" providerId="LiveId" clId="{6D09A7DE-9230-406F-961D-B9D95BD495B5}" dt="2025-12-07T23:28:47.992" v="352" actId="207"/>
        <pc:sldMkLst>
          <pc:docMk/>
          <pc:sldMk cId="488507310" sldId="280"/>
        </pc:sldMkLst>
        <pc:spChg chg="mod">
          <ac:chgData name="Amine Essa" userId="5f60722bca1c8f57" providerId="LiveId" clId="{6D09A7DE-9230-406F-961D-B9D95BD495B5}" dt="2025-12-07T22:39:03.354" v="249" actId="20577"/>
          <ac:spMkLst>
            <pc:docMk/>
            <pc:sldMk cId="488507310" sldId="280"/>
            <ac:spMk id="4" creationId="{7FBC00C2-620E-DA86-1825-0474FD956AA3}"/>
          </ac:spMkLst>
        </pc:spChg>
        <pc:spChg chg="mod">
          <ac:chgData name="Amine Essa" userId="5f60722bca1c8f57" providerId="LiveId" clId="{6D09A7DE-9230-406F-961D-B9D95BD495B5}" dt="2025-12-07T23:26:14.438" v="334" actId="207"/>
          <ac:spMkLst>
            <pc:docMk/>
            <pc:sldMk cId="488507310" sldId="280"/>
            <ac:spMk id="5" creationId="{34B84FC1-6339-643D-53FE-40AB723F158C}"/>
          </ac:spMkLst>
        </pc:spChg>
        <pc:spChg chg="mod">
          <ac:chgData name="Amine Essa" userId="5f60722bca1c8f57" providerId="LiveId" clId="{6D09A7DE-9230-406F-961D-B9D95BD495B5}" dt="2025-12-07T23:28:47.992" v="352" actId="207"/>
          <ac:spMkLst>
            <pc:docMk/>
            <pc:sldMk cId="488507310" sldId="280"/>
            <ac:spMk id="8" creationId="{1139D220-967F-FA92-C51D-DAF795CF90AF}"/>
          </ac:spMkLst>
        </pc:spChg>
      </pc:sldChg>
      <pc:sldChg chg="modSp mod">
        <pc:chgData name="Amine Essa" userId="5f60722bca1c8f57" providerId="LiveId" clId="{6D09A7DE-9230-406F-961D-B9D95BD495B5}" dt="2025-12-07T22:44:43.769" v="276" actId="207"/>
        <pc:sldMkLst>
          <pc:docMk/>
          <pc:sldMk cId="3237381640" sldId="281"/>
        </pc:sldMkLst>
        <pc:spChg chg="mod">
          <ac:chgData name="Amine Essa" userId="5f60722bca1c8f57" providerId="LiveId" clId="{6D09A7DE-9230-406F-961D-B9D95BD495B5}" dt="2025-12-07T22:39:11.920" v="251" actId="20577"/>
          <ac:spMkLst>
            <pc:docMk/>
            <pc:sldMk cId="3237381640" sldId="281"/>
            <ac:spMk id="4" creationId="{F652806E-3F93-2BC4-8CBC-3860FCFC2E87}"/>
          </ac:spMkLst>
        </pc:spChg>
        <pc:spChg chg="mod">
          <ac:chgData name="Amine Essa" userId="5f60722bca1c8f57" providerId="LiveId" clId="{6D09A7DE-9230-406F-961D-B9D95BD495B5}" dt="2025-12-07T22:44:43.769" v="276" actId="207"/>
          <ac:spMkLst>
            <pc:docMk/>
            <pc:sldMk cId="3237381640" sldId="281"/>
            <ac:spMk id="5" creationId="{DF08B977-E5E8-FD8B-1FDC-04CACE47C8B4}"/>
          </ac:spMkLst>
        </pc:spChg>
      </pc:sldChg>
      <pc:sldChg chg="modSp mod">
        <pc:chgData name="Amine Essa" userId="5f60722bca1c8f57" providerId="LiveId" clId="{6D09A7DE-9230-406F-961D-B9D95BD495B5}" dt="2025-12-07T22:45:51.557" v="284" actId="1076"/>
        <pc:sldMkLst>
          <pc:docMk/>
          <pc:sldMk cId="3955562641" sldId="282"/>
        </pc:sldMkLst>
        <pc:spChg chg="mod">
          <ac:chgData name="Amine Essa" userId="5f60722bca1c8f57" providerId="LiveId" clId="{6D09A7DE-9230-406F-961D-B9D95BD495B5}" dt="2025-12-07T22:39:16.822" v="252" actId="20577"/>
          <ac:spMkLst>
            <pc:docMk/>
            <pc:sldMk cId="3955562641" sldId="282"/>
            <ac:spMk id="4" creationId="{82974C8E-75C8-AB41-433C-45C36D49D27D}"/>
          </ac:spMkLst>
        </pc:spChg>
        <pc:spChg chg="mod">
          <ac:chgData name="Amine Essa" userId="5f60722bca1c8f57" providerId="LiveId" clId="{6D09A7DE-9230-406F-961D-B9D95BD495B5}" dt="2025-12-07T22:45:28.163" v="282" actId="207"/>
          <ac:spMkLst>
            <pc:docMk/>
            <pc:sldMk cId="3955562641" sldId="282"/>
            <ac:spMk id="5" creationId="{EC7217C9-CBBF-3924-2284-FD369D7A4E65}"/>
          </ac:spMkLst>
        </pc:spChg>
        <pc:picChg chg="mod">
          <ac:chgData name="Amine Essa" userId="5f60722bca1c8f57" providerId="LiveId" clId="{6D09A7DE-9230-406F-961D-B9D95BD495B5}" dt="2025-12-07T22:45:51.557" v="284" actId="1076"/>
          <ac:picMkLst>
            <pc:docMk/>
            <pc:sldMk cId="3955562641" sldId="282"/>
            <ac:picMk id="3" creationId="{2A92A413-1800-1327-6B89-486DDBB12AD8}"/>
          </ac:picMkLst>
        </pc:picChg>
      </pc:sldChg>
      <pc:sldChg chg="modSp mod">
        <pc:chgData name="Amine Essa" userId="5f60722bca1c8f57" providerId="LiveId" clId="{6D09A7DE-9230-406F-961D-B9D95BD495B5}" dt="2025-12-07T22:39:20.399" v="253" actId="20577"/>
        <pc:sldMkLst>
          <pc:docMk/>
          <pc:sldMk cId="606745863" sldId="283"/>
        </pc:sldMkLst>
        <pc:spChg chg="mod">
          <ac:chgData name="Amine Essa" userId="5f60722bca1c8f57" providerId="LiveId" clId="{6D09A7DE-9230-406F-961D-B9D95BD495B5}" dt="2025-12-07T22:39:20.399" v="253" actId="20577"/>
          <ac:spMkLst>
            <pc:docMk/>
            <pc:sldMk cId="606745863" sldId="283"/>
            <ac:spMk id="4" creationId="{04A6EF14-AB75-997E-39FC-0F636733F3CF}"/>
          </ac:spMkLst>
        </pc:spChg>
      </pc:sldChg>
      <pc:sldChg chg="modSp mod">
        <pc:chgData name="Amine Essa" userId="5f60722bca1c8f57" providerId="LiveId" clId="{6D09A7DE-9230-406F-961D-B9D95BD495B5}" dt="2025-12-07T22:45:42.163" v="283" actId="1076"/>
        <pc:sldMkLst>
          <pc:docMk/>
          <pc:sldMk cId="601117153" sldId="285"/>
        </pc:sldMkLst>
        <pc:spChg chg="mod">
          <ac:chgData name="Amine Essa" userId="5f60722bca1c8f57" providerId="LiveId" clId="{6D09A7DE-9230-406F-961D-B9D95BD495B5}" dt="2025-12-07T22:40:16.085" v="259" actId="2711"/>
          <ac:spMkLst>
            <pc:docMk/>
            <pc:sldMk cId="601117153" sldId="285"/>
            <ac:spMk id="4" creationId="{510D7998-EC67-CD2A-A33D-0B7B6A555F44}"/>
          </ac:spMkLst>
        </pc:spChg>
        <pc:spChg chg="mod">
          <ac:chgData name="Amine Essa" userId="5f60722bca1c8f57" providerId="LiveId" clId="{6D09A7DE-9230-406F-961D-B9D95BD495B5}" dt="2025-12-07T22:45:42.163" v="283" actId="1076"/>
          <ac:spMkLst>
            <pc:docMk/>
            <pc:sldMk cId="601117153" sldId="285"/>
            <ac:spMk id="6" creationId="{8BDB5497-9E71-7F37-E7E9-5C6DA44935BD}"/>
          </ac:spMkLst>
        </pc:spChg>
      </pc:sldChg>
      <pc:sldChg chg="addAnim delAnim modAnim">
        <pc:chgData name="Amine Essa" userId="5f60722bca1c8f57" providerId="LiveId" clId="{6D09A7DE-9230-406F-961D-B9D95BD495B5}" dt="2025-12-07T22:53:23.643" v="327"/>
        <pc:sldMkLst>
          <pc:docMk/>
          <pc:sldMk cId="532730207" sldId="286"/>
        </pc:sldMkLst>
      </pc:sldChg>
      <pc:sldChg chg="addSp modSp del mod">
        <pc:chgData name="Amine Essa" userId="5f60722bca1c8f57" providerId="LiveId" clId="{6D09A7DE-9230-406F-961D-B9D95BD495B5}" dt="2025-12-07T20:19:53.356" v="106" actId="47"/>
        <pc:sldMkLst>
          <pc:docMk/>
          <pc:sldMk cId="1082699091" sldId="287"/>
        </pc:sldMkLst>
      </pc:sldChg>
    </pc:docChg>
  </pc:docChgLst>
  <pc:docChgLst>
    <pc:chgData name="Guest User" providerId="Windows Live" clId="Web-{B97902CB-B648-DF53-6DEC-6ABBA2BF7382}"/>
    <pc:docChg chg="modSld">
      <pc:chgData name="Guest User" userId="" providerId="Windows Live" clId="Web-{B97902CB-B648-DF53-6DEC-6ABBA2BF7382}" dt="2025-12-07T16:30:56.699" v="3" actId="1076"/>
      <pc:docMkLst>
        <pc:docMk/>
      </pc:docMkLst>
      <pc:sldChg chg="modSp">
        <pc:chgData name="Guest User" userId="" providerId="Windows Live" clId="Web-{B97902CB-B648-DF53-6DEC-6ABBA2BF7382}" dt="2025-12-07T16:30:56.699" v="3" actId="1076"/>
        <pc:sldMkLst>
          <pc:docMk/>
          <pc:sldMk cId="1564813721" sldId="269"/>
        </pc:sldMkLst>
        <pc:picChg chg="mod">
          <ac:chgData name="Guest User" userId="" providerId="Windows Live" clId="Web-{B97902CB-B648-DF53-6DEC-6ABBA2BF7382}" dt="2025-12-07T16:30:56.699" v="3" actId="1076"/>
          <ac:picMkLst>
            <pc:docMk/>
            <pc:sldMk cId="1564813721" sldId="269"/>
            <ac:picMk id="11" creationId="{E63211DF-63EC-531B-F18D-224756B08356}"/>
          </ac:picMkLst>
        </pc:picChg>
      </pc:sldChg>
    </pc:docChg>
  </pc:docChgLst>
  <pc:docChgLst>
    <pc:chgData name="Guest User" providerId="Windows Live" clId="Web-{AC516639-DA25-E7D5-25D1-BEB52DC74E3D}"/>
    <pc:docChg chg="modSld">
      <pc:chgData name="Guest User" userId="" providerId="Windows Live" clId="Web-{AC516639-DA25-E7D5-25D1-BEB52DC74E3D}" dt="2025-12-07T20:06:03.332" v="5" actId="20577"/>
      <pc:docMkLst>
        <pc:docMk/>
      </pc:docMkLst>
      <pc:sldChg chg="modSp">
        <pc:chgData name="Guest User" userId="" providerId="Windows Live" clId="Web-{AC516639-DA25-E7D5-25D1-BEB52DC74E3D}" dt="2025-12-07T20:06:03.332" v="5" actId="20577"/>
        <pc:sldMkLst>
          <pc:docMk/>
          <pc:sldMk cId="1853878200" sldId="272"/>
        </pc:sldMkLst>
        <pc:spChg chg="mod">
          <ac:chgData name="Guest User" userId="" providerId="Windows Live" clId="Web-{AC516639-DA25-E7D5-25D1-BEB52DC74E3D}" dt="2025-12-07T20:06:03.332" v="5" actId="20577"/>
          <ac:spMkLst>
            <pc:docMk/>
            <pc:sldMk cId="1853878200" sldId="272"/>
            <ac:spMk id="3" creationId="{C668508E-F0B5-4A1B-BA30-7F2383FE1CBB}"/>
          </ac:spMkLst>
        </pc:spChg>
        <pc:spChg chg="mod">
          <ac:chgData name="Guest User" userId="" providerId="Windows Live" clId="Web-{AC516639-DA25-E7D5-25D1-BEB52DC74E3D}" dt="2025-12-07T20:05:53.035" v="3" actId="20577"/>
          <ac:spMkLst>
            <pc:docMk/>
            <pc:sldMk cId="1853878200" sldId="272"/>
            <ac:spMk id="9" creationId="{12074CA0-7F1E-6CD4-87A6-C5B95BCA51F2}"/>
          </ac:spMkLst>
        </pc:spChg>
      </pc:sldChg>
      <pc:sldChg chg="modSp">
        <pc:chgData name="Guest User" userId="" providerId="Windows Live" clId="Web-{AC516639-DA25-E7D5-25D1-BEB52DC74E3D}" dt="2025-12-07T20:02:45.313" v="1" actId="1076"/>
        <pc:sldMkLst>
          <pc:docMk/>
          <pc:sldMk cId="489954575" sldId="276"/>
        </pc:sldMkLst>
        <pc:spChg chg="mod">
          <ac:chgData name="Guest User" userId="" providerId="Windows Live" clId="Web-{AC516639-DA25-E7D5-25D1-BEB52DC74E3D}" dt="2025-12-07T20:02:45.313" v="1" actId="1076"/>
          <ac:spMkLst>
            <pc:docMk/>
            <pc:sldMk cId="489954575" sldId="276"/>
            <ac:spMk id="5" creationId="{FD1E0B72-A4BD-E2DE-7B92-0F85180B63A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E01A29-323D-939D-3D03-4C464EDF97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D21D3D-1009-2072-F070-968128FD7C1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DFB49E-7B5E-4F84-A44B-7D7914721BB7}" type="datetimeFigureOut">
              <a:rPr lang="en-US" smtClean="0"/>
              <a:t>12/7/2025</a:t>
            </a:fld>
            <a:endParaRPr lang="en-US"/>
          </a:p>
        </p:txBody>
      </p:sp>
      <p:sp>
        <p:nvSpPr>
          <p:cNvPr id="4" name="Footer Placeholder 3">
            <a:extLst>
              <a:ext uri="{FF2B5EF4-FFF2-40B4-BE49-F238E27FC236}">
                <a16:creationId xmlns:a16="http://schemas.microsoft.com/office/drawing/2014/main" id="{E88E2D1E-FD61-74EF-29F3-9ACD27F9399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85A06FC-829B-32CC-CB4F-4E278FA17E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6CB096-1D22-4A4A-BBD9-1FFF7EB43F9B}" type="slidenum">
              <a:rPr lang="en-US" smtClean="0"/>
              <a:t>‹#›</a:t>
            </a:fld>
            <a:endParaRPr lang="en-US"/>
          </a:p>
        </p:txBody>
      </p:sp>
    </p:spTree>
    <p:extLst>
      <p:ext uri="{BB962C8B-B14F-4D97-AF65-F5344CB8AC3E}">
        <p14:creationId xmlns:p14="http://schemas.microsoft.com/office/powerpoint/2010/main" val="900581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1E9519-ED29-4C96-BFE1-DA48DD0DC607}"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7A87FB-26BC-46B4-8867-F05B68F289A7}" type="slidenum">
              <a:rPr lang="en-US" smtClean="0"/>
              <a:t>‹#›</a:t>
            </a:fld>
            <a:endParaRPr lang="en-US"/>
          </a:p>
        </p:txBody>
      </p:sp>
    </p:spTree>
    <p:extLst>
      <p:ext uri="{BB962C8B-B14F-4D97-AF65-F5344CB8AC3E}">
        <p14:creationId xmlns:p14="http://schemas.microsoft.com/office/powerpoint/2010/main" val="1972806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7A87FB-26BC-46B4-8867-F05B68F289A7}" type="slidenum">
              <a:rPr lang="en-US" smtClean="0"/>
              <a:t>9</a:t>
            </a:fld>
            <a:endParaRPr lang="en-US"/>
          </a:p>
        </p:txBody>
      </p:sp>
    </p:spTree>
    <p:extLst>
      <p:ext uri="{BB962C8B-B14F-4D97-AF65-F5344CB8AC3E}">
        <p14:creationId xmlns:p14="http://schemas.microsoft.com/office/powerpoint/2010/main" val="2478947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76CC8-196A-1DC9-BB23-758175820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93748-1B0B-E9E7-2F9A-20985512C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DD91-0383-3959-6FE7-93652E56B6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0B1539-EFCF-494A-CF5C-FEE56FD16B33}"/>
              </a:ext>
            </a:extLst>
          </p:cNvPr>
          <p:cNvSpPr>
            <a:spLocks noGrp="1"/>
          </p:cNvSpPr>
          <p:nvPr>
            <p:ph type="sldNum" sz="quarter" idx="5"/>
          </p:nvPr>
        </p:nvSpPr>
        <p:spPr/>
        <p:txBody>
          <a:bodyPr/>
          <a:lstStyle/>
          <a:p>
            <a:fld id="{D57A87FB-26BC-46B4-8867-F05B68F289A7}" type="slidenum">
              <a:rPr lang="en-US" smtClean="0"/>
              <a:t>12</a:t>
            </a:fld>
            <a:endParaRPr lang="en-US"/>
          </a:p>
        </p:txBody>
      </p:sp>
    </p:spTree>
    <p:extLst>
      <p:ext uri="{BB962C8B-B14F-4D97-AF65-F5344CB8AC3E}">
        <p14:creationId xmlns:p14="http://schemas.microsoft.com/office/powerpoint/2010/main" val="3803607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78CFA-DF13-EA89-613C-1E72A7435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FFFA4-3FF5-C969-F239-5065AECE82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F2F5C-66D6-CE13-5445-F2F4BCE183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628330-0863-1530-0A09-A53081169264}"/>
              </a:ext>
            </a:extLst>
          </p:cNvPr>
          <p:cNvSpPr>
            <a:spLocks noGrp="1"/>
          </p:cNvSpPr>
          <p:nvPr>
            <p:ph type="sldNum" sz="quarter" idx="5"/>
          </p:nvPr>
        </p:nvSpPr>
        <p:spPr/>
        <p:txBody>
          <a:bodyPr/>
          <a:lstStyle/>
          <a:p>
            <a:fld id="{D57A87FB-26BC-46B4-8867-F05B68F289A7}" type="slidenum">
              <a:rPr lang="en-US" smtClean="0"/>
              <a:t>14</a:t>
            </a:fld>
            <a:endParaRPr lang="en-US"/>
          </a:p>
        </p:txBody>
      </p:sp>
    </p:spTree>
    <p:extLst>
      <p:ext uri="{BB962C8B-B14F-4D97-AF65-F5344CB8AC3E}">
        <p14:creationId xmlns:p14="http://schemas.microsoft.com/office/powerpoint/2010/main" val="232013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48B3-3575-67D6-E249-42A453F97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DB521-FA87-CCE9-AAB8-B4FD9870C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5F474-D9F3-E81D-8A25-D5B3C4E65E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5BE7F1-33B2-25D0-2C2F-C94A07B17C8C}"/>
              </a:ext>
            </a:extLst>
          </p:cNvPr>
          <p:cNvSpPr>
            <a:spLocks noGrp="1"/>
          </p:cNvSpPr>
          <p:nvPr>
            <p:ph type="sldNum" sz="quarter" idx="5"/>
          </p:nvPr>
        </p:nvSpPr>
        <p:spPr/>
        <p:txBody>
          <a:bodyPr/>
          <a:lstStyle/>
          <a:p>
            <a:fld id="{D57A87FB-26BC-46B4-8867-F05B68F289A7}" type="slidenum">
              <a:rPr lang="en-US" smtClean="0"/>
              <a:t>20</a:t>
            </a:fld>
            <a:endParaRPr lang="en-US"/>
          </a:p>
        </p:txBody>
      </p:sp>
    </p:spTree>
    <p:extLst>
      <p:ext uri="{BB962C8B-B14F-4D97-AF65-F5344CB8AC3E}">
        <p14:creationId xmlns:p14="http://schemas.microsoft.com/office/powerpoint/2010/main" val="2985711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3A955-330C-7B8D-6595-36DFB7012B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8501E0-9703-C91A-8E15-7C0ECACD10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56F083-3587-C8A3-FEDE-202ACD73282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791E30B-E7A4-E62E-3E67-2E81AC5A48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E91BBA-670E-F8D2-4BD0-79AAD12B8F19}"/>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240553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1F7AC-4206-0ED8-F54B-B1274E470E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CF3CE9-8B96-01EB-9766-4BB9649F89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9CF53E-5CEC-C206-0563-1A231C233D9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D10D789-4754-1EB1-C505-24B591F12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C65C59-7341-C993-0C94-377523858F79}"/>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3805960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61E1-4F32-0BE1-AFEC-68870D3DEB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8DD02EE-2385-7614-E64A-39805B9B44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97A6D7-0320-5B56-156F-65023F4FE2B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B8EC5B9-6494-D18A-B3CA-B796223B0A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817875-0D3B-BF01-8F83-D593DE540C7F}"/>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3530955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82593-5A2F-08C9-8923-C93E13C072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FE2531-0048-9EBD-D136-70372083D4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605525-4AF7-D7FA-9B5A-CE593EB5CF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ACB521-E5F1-CE21-AB85-3DDC25159B4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F54FF59-EA8B-36EB-9C2B-C28B2A886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18FFBF-6375-9D6D-683B-2F798BE14A2D}"/>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784489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EB1A4-96B5-B783-9D6D-B3BB765D60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F971B4-3C19-F675-2006-9A2B1776C9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2CFFE6-E48D-7E2A-499B-2747BF60C4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5BD2E8-056B-F6F8-5CC8-1B84634F37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CD0C68-1C47-9522-94E9-09D155A7D6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AE4675-F3E0-F106-8AD4-C66D68E44630}"/>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21C0AB3-BC24-E116-6C3F-75B6963197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8677E2-E03A-9640-13A9-D642660B0CCE}"/>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778128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5F748-85D4-883F-6934-BD50C1125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901A0C-12F0-67CB-C676-7A0698DAEBD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7C76BB6-5D74-91CF-392E-2734368D03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14037F-D39B-DBA2-F3D5-1D14858256DB}"/>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3718202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45C0A0-EB2B-9EFF-8157-44C144BBD22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E4B81237-47C0-E6B4-7EA9-80A0ECE437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3135065-6F2C-A48F-C0E2-3C27C666BE35}"/>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668304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WS Layou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728EBF0-0A3E-9C28-400F-1C44821DF176}"/>
              </a:ext>
            </a:extLst>
          </p:cNvPr>
          <p:cNvSpPr>
            <a:spLocks noGrp="1"/>
          </p:cNvSpPr>
          <p:nvPr>
            <p:ph type="sldNum" sz="quarter" idx="12"/>
          </p:nvPr>
        </p:nvSpPr>
        <p:spPr>
          <a:xfrm>
            <a:off x="10049774" y="6356350"/>
            <a:ext cx="1304026" cy="365125"/>
          </a:xfrm>
        </p:spPr>
        <p:txBody>
          <a:bodyPr/>
          <a:lstStyle/>
          <a:p>
            <a:fld id="{12BB5861-8602-4C7B-8FD3-C437005C3227}" type="slidenum">
              <a:rPr lang="en-US" smtClean="0"/>
              <a:t>‹#›</a:t>
            </a:fld>
            <a:endParaRPr lang="en-US" dirty="0"/>
          </a:p>
        </p:txBody>
      </p:sp>
      <p:pic>
        <p:nvPicPr>
          <p:cNvPr id="6" name="Picture 5">
            <a:extLst>
              <a:ext uri="{FF2B5EF4-FFF2-40B4-BE49-F238E27FC236}">
                <a16:creationId xmlns:a16="http://schemas.microsoft.com/office/drawing/2014/main" id="{66668727-E023-F77E-91B1-EDFB24EDC64A}"/>
              </a:ext>
            </a:extLst>
          </p:cNvPr>
          <p:cNvPicPr>
            <a:picLocks noChangeAspect="1"/>
          </p:cNvPicPr>
          <p:nvPr userDrawn="1"/>
        </p:nvPicPr>
        <p:blipFill>
          <a:blip r:embed="rId2">
            <a:extLst>
              <a:ext uri="{28A0092B-C50C-407E-A947-70E740481C1C}">
                <a14:useLocalDpi xmlns:a14="http://schemas.microsoft.com/office/drawing/2010/main" val="0"/>
              </a:ext>
            </a:extLst>
          </a:blip>
          <a:srcRect l="18064" t="35941" r="18808" b="29894"/>
          <a:stretch>
            <a:fillRect/>
          </a:stretch>
        </p:blipFill>
        <p:spPr>
          <a:xfrm>
            <a:off x="10843405" y="6538912"/>
            <a:ext cx="631166" cy="179266"/>
          </a:xfrm>
          <a:prstGeom prst="rect">
            <a:avLst/>
          </a:prstGeom>
        </p:spPr>
      </p:pic>
    </p:spTree>
    <p:extLst>
      <p:ext uri="{BB962C8B-B14F-4D97-AF65-F5344CB8AC3E}">
        <p14:creationId xmlns:p14="http://schemas.microsoft.com/office/powerpoint/2010/main" val="2305869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F2807-D854-C0F2-B3BD-B8BD1BF5CE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98D0A5-5E10-DFC3-894A-F4C83091FA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B5FBCC-9291-948F-0290-3C8D7C105E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4C6209-C796-DE67-8319-3A42F856BE9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654E7EE-934A-20EB-9015-113AC31CA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6B6FD2-AF9D-5FC6-7368-9861AB724BAE}"/>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724391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CD3BA-B889-C3FC-FC12-8A7EA1E766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7F8A8-5477-9D9E-5FA8-D201EDED43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06011B-35B1-CBF8-68F1-1CB6F0C45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C414C-C429-5008-6A2A-22A9218CD2C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1E59680-FD5B-B6E9-6F45-A30D803D7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4895C2-9623-BB98-FE9F-07EEAC505C08}"/>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2255280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F50AD-0129-ABC1-044B-6DF5FFBE0F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4B411E-0259-6A05-5F91-4371D59F41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53E4B3-A460-677C-7232-BF9F6BE5119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C296570-5088-2CBA-00F8-8920E70F17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A024C6-ADF7-14BB-7205-42B1E28DBF7D}"/>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3008393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43D41B-87F1-615B-053B-B6EF6D0944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531C3A-4CDB-5E6F-9ED8-45B54E8C5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217FBB-5A2A-C8C1-2310-6444F6F2468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A732A2C-E685-A496-89F7-8DDD75E05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48CF1-B431-F6A1-1B08-1E34CD6B480A}"/>
              </a:ext>
            </a:extLst>
          </p:cNvPr>
          <p:cNvSpPr>
            <a:spLocks noGrp="1"/>
          </p:cNvSpPr>
          <p:nvPr>
            <p:ph type="sldNum" sz="quarter" idx="12"/>
          </p:nvPr>
        </p:nvSpPr>
        <p:spPr/>
        <p:txBody>
          <a:bodyPr/>
          <a:lstStyle/>
          <a:p>
            <a:fld id="{12BB5861-8602-4C7B-8FD3-C437005C3227}" type="slidenum">
              <a:rPr lang="en-US" smtClean="0"/>
              <a:t>‹#›</a:t>
            </a:fld>
            <a:endParaRPr lang="en-US"/>
          </a:p>
        </p:txBody>
      </p:sp>
    </p:spTree>
    <p:extLst>
      <p:ext uri="{BB962C8B-B14F-4D97-AF65-F5344CB8AC3E}">
        <p14:creationId xmlns:p14="http://schemas.microsoft.com/office/powerpoint/2010/main" val="3963500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FCFEA7-3324-A0C5-A1B3-58B3AEADE8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A095F0-A564-FFC6-C366-00C0E7A2EA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9653CE-81CD-E399-CFCB-7C508667E5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B21BC1CA-BD3E-E0D6-A4AE-FE7F825CBB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93D9C7-EF99-5FB9-9A80-FC2CBDA88C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BB5861-8602-4C7B-8FD3-C437005C3227}" type="slidenum">
              <a:rPr lang="en-US" smtClean="0"/>
              <a:t>‹#›</a:t>
            </a:fld>
            <a:endParaRPr lang="en-US"/>
          </a:p>
        </p:txBody>
      </p:sp>
    </p:spTree>
    <p:extLst>
      <p:ext uri="{BB962C8B-B14F-4D97-AF65-F5344CB8AC3E}">
        <p14:creationId xmlns:p14="http://schemas.microsoft.com/office/powerpoint/2010/main" val="1119108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8.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8.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6.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6.png"/><Relationship Id="rId2" Type="http://schemas.openxmlformats.org/officeDocument/2006/relationships/image" Target="../media/image27.png"/><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8.svg"/><Relationship Id="rId5" Type="http://schemas.openxmlformats.org/officeDocument/2006/relationships/image" Target="../media/image7.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0.svg"/><Relationship Id="rId5" Type="http://schemas.openxmlformats.org/officeDocument/2006/relationships/image" Target="../media/image9.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11.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8.xml"/><Relationship Id="rId5" Type="http://schemas.openxmlformats.org/officeDocument/2006/relationships/image" Target="../media/image13.sv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ENSAH- Ecole Nationale des Sciences Appliquées Al Hoceima">
            <a:extLst>
              <a:ext uri="{FF2B5EF4-FFF2-40B4-BE49-F238E27FC236}">
                <a16:creationId xmlns:a16="http://schemas.microsoft.com/office/drawing/2014/main" id="{4ADFF887-787A-3D06-592F-6855041B168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62733" y="514159"/>
            <a:ext cx="1782635" cy="1453670"/>
          </a:xfrm>
          <a:prstGeom prst="rect">
            <a:avLst/>
          </a:prstGeom>
          <a:noFill/>
          <a:ln>
            <a:noFill/>
          </a:ln>
        </p:spPr>
      </p:pic>
      <p:pic>
        <p:nvPicPr>
          <p:cNvPr id="5" name="Picture 4" descr="Public Moroccan universities - ERASMUSPLUS MOROCCO">
            <a:extLst>
              <a:ext uri="{FF2B5EF4-FFF2-40B4-BE49-F238E27FC236}">
                <a16:creationId xmlns:a16="http://schemas.microsoft.com/office/drawing/2014/main" id="{A74171D1-F988-19AC-D983-E03A9EC7ADA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5814" y="921604"/>
            <a:ext cx="1068070" cy="1066800"/>
          </a:xfrm>
          <a:prstGeom prst="rect">
            <a:avLst/>
          </a:prstGeom>
          <a:noFill/>
          <a:ln>
            <a:noFill/>
          </a:ln>
        </p:spPr>
      </p:pic>
      <p:sp>
        <p:nvSpPr>
          <p:cNvPr id="6" name="Rectangle 5">
            <a:extLst>
              <a:ext uri="{FF2B5EF4-FFF2-40B4-BE49-F238E27FC236}">
                <a16:creationId xmlns:a16="http://schemas.microsoft.com/office/drawing/2014/main" id="{EA0E85B0-E7CD-50A6-61CC-CEAB6227A54E}"/>
              </a:ext>
            </a:extLst>
          </p:cNvPr>
          <p:cNvSpPr/>
          <p:nvPr/>
        </p:nvSpPr>
        <p:spPr>
          <a:xfrm>
            <a:off x="2253234" y="1863381"/>
            <a:ext cx="7685532" cy="22018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Aft>
                <a:spcPts val="800"/>
              </a:spcAft>
              <a:buNone/>
            </a:pPr>
            <a:r>
              <a:rPr lang="en-US" sz="3000" kern="100" dirty="0">
                <a:solidFill>
                  <a:srgbClr val="000000"/>
                </a:solidFill>
                <a:effectLst/>
                <a:latin typeface="Raleway Medium" pitchFamily="2" charset="0"/>
                <a:ea typeface="Calibri" panose="020F0502020204030204" pitchFamily="34" charset="0"/>
                <a:cs typeface="Varela Round" pitchFamily="2" charset="-79"/>
              </a:rPr>
              <a:t>Fake news detection with </a:t>
            </a:r>
            <a:endParaRPr lang="en-US" sz="1200" kern="100" dirty="0">
              <a:effectLst/>
              <a:ea typeface="Calibri" panose="020F0502020204030204" pitchFamily="34" charset="0"/>
              <a:cs typeface="Arial" panose="020B0604020202020204" pitchFamily="34" charset="0"/>
            </a:endParaRPr>
          </a:p>
          <a:p>
            <a:pPr marL="0" marR="0" algn="ctr">
              <a:lnSpc>
                <a:spcPct val="115000"/>
              </a:lnSpc>
              <a:spcAft>
                <a:spcPts val="800"/>
              </a:spcAft>
              <a:buNone/>
            </a:pPr>
            <a:r>
              <a:rPr lang="en-US" sz="4000" kern="100" dirty="0">
                <a:solidFill>
                  <a:srgbClr val="FF6600"/>
                </a:solidFill>
                <a:effectLst/>
                <a:latin typeface="Raleway Medium" pitchFamily="2" charset="0"/>
                <a:ea typeface="Calibri" panose="020F0502020204030204" pitchFamily="34" charset="0"/>
                <a:cs typeface="Varela Round" pitchFamily="2" charset="-79"/>
              </a:rPr>
              <a:t>A</a:t>
            </a:r>
            <a:r>
              <a:rPr lang="en-US" sz="4000" kern="100" dirty="0">
                <a:solidFill>
                  <a:srgbClr val="000000"/>
                </a:solidFill>
                <a:effectLst/>
                <a:latin typeface="Raleway Medium" pitchFamily="2" charset="0"/>
                <a:ea typeface="Calibri" panose="020F0502020204030204" pitchFamily="34" charset="0"/>
                <a:cs typeface="Varela Round" pitchFamily="2" charset="-79"/>
              </a:rPr>
              <a:t>mazon </a:t>
            </a:r>
            <a:r>
              <a:rPr lang="en-US" sz="4000" kern="100" dirty="0">
                <a:solidFill>
                  <a:srgbClr val="FF6600"/>
                </a:solidFill>
                <a:effectLst/>
                <a:latin typeface="Raleway Medium" pitchFamily="2" charset="0"/>
                <a:ea typeface="Calibri" panose="020F0502020204030204" pitchFamily="34" charset="0"/>
                <a:cs typeface="Varela Round" pitchFamily="2" charset="-79"/>
              </a:rPr>
              <a:t>W</a:t>
            </a:r>
            <a:r>
              <a:rPr lang="en-US" sz="4000" kern="100" dirty="0">
                <a:solidFill>
                  <a:srgbClr val="000000"/>
                </a:solidFill>
                <a:effectLst/>
                <a:latin typeface="Raleway Medium" pitchFamily="2" charset="0"/>
                <a:ea typeface="Calibri" panose="020F0502020204030204" pitchFamily="34" charset="0"/>
                <a:cs typeface="Varela Round" pitchFamily="2" charset="-79"/>
              </a:rPr>
              <a:t>eb </a:t>
            </a:r>
            <a:r>
              <a:rPr lang="en-US" sz="4000" kern="100" dirty="0">
                <a:solidFill>
                  <a:srgbClr val="FF6600"/>
                </a:solidFill>
                <a:effectLst/>
                <a:latin typeface="Raleway Medium" pitchFamily="2" charset="0"/>
                <a:ea typeface="Calibri" panose="020F0502020204030204" pitchFamily="34" charset="0"/>
                <a:cs typeface="Varela Round" pitchFamily="2" charset="-79"/>
              </a:rPr>
              <a:t>S</a:t>
            </a:r>
            <a:r>
              <a:rPr lang="en-US" sz="4000" kern="100" dirty="0">
                <a:solidFill>
                  <a:srgbClr val="000000"/>
                </a:solidFill>
                <a:effectLst/>
                <a:latin typeface="Raleway Medium" pitchFamily="2" charset="0"/>
                <a:ea typeface="Calibri" panose="020F0502020204030204" pitchFamily="34" charset="0"/>
                <a:cs typeface="Varela Round" pitchFamily="2" charset="-79"/>
              </a:rPr>
              <a:t>ervice </a:t>
            </a:r>
            <a:endParaRPr lang="en-US" sz="1200" kern="100" dirty="0">
              <a:effectLst/>
              <a:ea typeface="Calibri" panose="020F05020202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3A9AF4D4-72C5-CD31-F133-F29D712783C0}"/>
              </a:ext>
            </a:extLst>
          </p:cNvPr>
          <p:cNvPicPr>
            <a:picLocks noChangeAspect="1"/>
          </p:cNvPicPr>
          <p:nvPr/>
        </p:nvPicPr>
        <p:blipFill>
          <a:blip r:embed="rId4">
            <a:extLst>
              <a:ext uri="{28A0092B-C50C-407E-A947-70E740481C1C}">
                <a14:useLocalDpi xmlns:a14="http://schemas.microsoft.com/office/drawing/2010/main" val="0"/>
              </a:ext>
            </a:extLst>
          </a:blip>
          <a:srcRect l="18064" t="35941" r="18808" b="29894"/>
          <a:stretch>
            <a:fillRect/>
          </a:stretch>
        </p:blipFill>
        <p:spPr>
          <a:xfrm>
            <a:off x="3703321" y="3585864"/>
            <a:ext cx="4636008" cy="1316736"/>
          </a:xfrm>
          <a:prstGeom prst="rect">
            <a:avLst/>
          </a:prstGeom>
        </p:spPr>
      </p:pic>
      <p:sp>
        <p:nvSpPr>
          <p:cNvPr id="14" name="TextBox 13">
            <a:extLst>
              <a:ext uri="{FF2B5EF4-FFF2-40B4-BE49-F238E27FC236}">
                <a16:creationId xmlns:a16="http://schemas.microsoft.com/office/drawing/2014/main" id="{27F2CA57-17BB-2A68-80C3-6F3815B8E336}"/>
              </a:ext>
            </a:extLst>
          </p:cNvPr>
          <p:cNvSpPr txBox="1"/>
          <p:nvPr/>
        </p:nvSpPr>
        <p:spPr>
          <a:xfrm>
            <a:off x="-7237" y="4869596"/>
            <a:ext cx="4222242" cy="1564274"/>
          </a:xfrm>
          <a:prstGeom prst="rect">
            <a:avLst/>
          </a:prstGeom>
          <a:noFill/>
        </p:spPr>
        <p:txBody>
          <a:bodyPr wrap="square">
            <a:spAutoFit/>
          </a:bodyPr>
          <a:lstStyle/>
          <a:p>
            <a:pPr marL="457200" marR="0">
              <a:lnSpc>
                <a:spcPct val="115000"/>
              </a:lnSpc>
              <a:spcAft>
                <a:spcPts val="800"/>
              </a:spcAft>
              <a:buNone/>
              <a:tabLst>
                <a:tab pos="1457325" algn="l"/>
              </a:tabLst>
            </a:pPr>
            <a:r>
              <a:rPr lang="pt-BR" sz="2400" kern="100" dirty="0">
                <a:latin typeface="Bookman Old Style" panose="02050604050505020204" pitchFamily="18" charset="0"/>
                <a:ea typeface="Calibri" panose="020F0502020204030204" pitchFamily="34" charset="0"/>
                <a:cs typeface="Arial" panose="020B0604020202020204" pitchFamily="34" charset="0"/>
              </a:rPr>
              <a:t>P</a:t>
            </a:r>
            <a:r>
              <a:rPr lang="pt-BR" sz="2400" kern="100" dirty="0">
                <a:effectLst/>
                <a:latin typeface="Bookman Old Style" panose="02050604050505020204" pitchFamily="18" charset="0"/>
                <a:ea typeface="Calibri" panose="020F0502020204030204" pitchFamily="34" charset="0"/>
                <a:cs typeface="Arial" panose="020B0604020202020204" pitchFamily="34" charset="0"/>
              </a:rPr>
              <a:t>resente par :</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15000"/>
              </a:lnSpc>
              <a:buClr>
                <a:srgbClr val="FF6600"/>
              </a:buClr>
              <a:buFont typeface="Symbol" panose="05050102010706020507" pitchFamily="18" charset="2"/>
              <a:buChar char=""/>
              <a:tabLst>
                <a:tab pos="1457325" algn="l"/>
              </a:tabLst>
            </a:pPr>
            <a:r>
              <a:rPr lang="pt-BR" kern="100" dirty="0">
                <a:effectLst/>
                <a:latin typeface="Lufga Light" panose="00000400000000000000" pitchFamily="2" charset="0"/>
                <a:ea typeface="Calibri" panose="020F0502020204030204" pitchFamily="34" charset="0"/>
                <a:cs typeface="Symbol" panose="05050102010706020507" pitchFamily="18" charset="2"/>
              </a:rPr>
              <a:t> Es-saouiqui Amine.                                     </a:t>
            </a:r>
            <a:endParaRPr lang="en-US" kern="100" dirty="0">
              <a:effectLst/>
              <a:latin typeface="Calibri" panose="020F0502020204030204" pitchFamily="34" charset="0"/>
              <a:ea typeface="Calibri" panose="020F0502020204030204" pitchFamily="34" charset="0"/>
              <a:cs typeface="Symbol" panose="05050102010706020507" pitchFamily="18" charset="2"/>
            </a:endParaRPr>
          </a:p>
          <a:p>
            <a:pPr marL="1257300" lvl="2" indent="-342900">
              <a:lnSpc>
                <a:spcPct val="115000"/>
              </a:lnSpc>
              <a:buClr>
                <a:srgbClr val="FF6600"/>
              </a:buClr>
              <a:buFont typeface="Symbol" panose="05050102010706020507" pitchFamily="18" charset="2"/>
              <a:buChar char=""/>
              <a:tabLst>
                <a:tab pos="1457325" algn="l"/>
              </a:tabLst>
            </a:pPr>
            <a:r>
              <a:rPr lang="pt-BR" kern="100" dirty="0">
                <a:effectLst/>
                <a:latin typeface="Lufga Light" panose="00000400000000000000" pitchFamily="2" charset="0"/>
                <a:ea typeface="Calibri" panose="020F0502020204030204" pitchFamily="34" charset="0"/>
                <a:cs typeface="Symbol" panose="05050102010706020507" pitchFamily="18" charset="2"/>
              </a:rPr>
              <a:t> Boukaidi Tarik .</a:t>
            </a:r>
            <a:endParaRPr lang="en-US" kern="100" dirty="0">
              <a:effectLst/>
              <a:latin typeface="Calibri" panose="020F0502020204030204" pitchFamily="34" charset="0"/>
              <a:ea typeface="Calibri" panose="020F0502020204030204" pitchFamily="34" charset="0"/>
              <a:cs typeface="Symbol" panose="05050102010706020507" pitchFamily="18" charset="2"/>
            </a:endParaRPr>
          </a:p>
          <a:p>
            <a:pPr marL="1257300" lvl="2" indent="-342900">
              <a:lnSpc>
                <a:spcPct val="115000"/>
              </a:lnSpc>
              <a:spcAft>
                <a:spcPts val="800"/>
              </a:spcAft>
              <a:buClr>
                <a:srgbClr val="FF6600"/>
              </a:buClr>
              <a:buFont typeface="Symbol" panose="05050102010706020507" pitchFamily="18" charset="2"/>
              <a:buChar char=""/>
              <a:tabLst>
                <a:tab pos="1457325" algn="l"/>
              </a:tabLst>
            </a:pPr>
            <a:r>
              <a:rPr lang="pt-BR" kern="100" dirty="0">
                <a:effectLst/>
                <a:latin typeface="Lufga Light" panose="00000400000000000000" pitchFamily="2" charset="0"/>
                <a:ea typeface="Calibri" panose="020F0502020204030204" pitchFamily="34" charset="0"/>
                <a:cs typeface="Symbol" panose="05050102010706020507" pitchFamily="18" charset="2"/>
              </a:rPr>
              <a:t> Menouar Chaimae </a:t>
            </a:r>
            <a:r>
              <a:rPr lang="pt-BR" kern="100" dirty="0">
                <a:noFill/>
                <a:effectLst/>
                <a:latin typeface="Lufga Light" panose="00000400000000000000" pitchFamily="2" charset="0"/>
                <a:ea typeface="Calibri" panose="020F0502020204030204" pitchFamily="34" charset="0"/>
                <a:cs typeface="Symbol" panose="05050102010706020507" pitchFamily="18" charset="2"/>
              </a:rPr>
              <a:t>.</a:t>
            </a:r>
            <a:endParaRPr lang="en-US" kern="100" dirty="0">
              <a:noFill/>
              <a:effectLst/>
              <a:latin typeface="Calibri" panose="020F0502020204030204" pitchFamily="34" charset="0"/>
              <a:ea typeface="Calibri" panose="020F0502020204030204" pitchFamily="34" charset="0"/>
              <a:cs typeface="Symbol" panose="05050102010706020507" pitchFamily="18" charset="2"/>
            </a:endParaRPr>
          </a:p>
        </p:txBody>
      </p:sp>
      <p:sp>
        <p:nvSpPr>
          <p:cNvPr id="16" name="TextBox 15">
            <a:extLst>
              <a:ext uri="{FF2B5EF4-FFF2-40B4-BE49-F238E27FC236}">
                <a16:creationId xmlns:a16="http://schemas.microsoft.com/office/drawing/2014/main" id="{E577C825-4E34-6368-A6C4-C0A0B7A735CB}"/>
              </a:ext>
            </a:extLst>
          </p:cNvPr>
          <p:cNvSpPr txBox="1"/>
          <p:nvPr/>
        </p:nvSpPr>
        <p:spPr>
          <a:xfrm>
            <a:off x="7306820" y="5414438"/>
            <a:ext cx="5019292" cy="856388"/>
          </a:xfrm>
          <a:prstGeom prst="rect">
            <a:avLst/>
          </a:prstGeom>
          <a:noFill/>
        </p:spPr>
        <p:txBody>
          <a:bodyPr wrap="square">
            <a:spAutoFit/>
          </a:bodyPr>
          <a:lstStyle/>
          <a:p>
            <a:pPr marL="457200" marR="0">
              <a:lnSpc>
                <a:spcPct val="115000"/>
              </a:lnSpc>
              <a:spcAft>
                <a:spcPts val="800"/>
              </a:spcAft>
              <a:buNone/>
              <a:tabLst>
                <a:tab pos="1457325" algn="l"/>
              </a:tabLst>
            </a:pPr>
            <a:r>
              <a:rPr lang="en-US" sz="2000" kern="100" dirty="0">
                <a:effectLst/>
                <a:latin typeface="Bookman Old Style" panose="02050604050505020204" pitchFamily="18" charset="0"/>
                <a:ea typeface="Calibri" panose="020F0502020204030204" pitchFamily="34" charset="0"/>
                <a:cs typeface="Arial" panose="020B0604020202020204" pitchFamily="34" charset="0"/>
              </a:rPr>
              <a:t>Encadre par  : </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p>
            <a:pPr marL="2171700" lvl="4" indent="-342900">
              <a:lnSpc>
                <a:spcPct val="115000"/>
              </a:lnSpc>
              <a:spcAft>
                <a:spcPts val="800"/>
              </a:spcAft>
              <a:buClr>
                <a:srgbClr val="FF6600"/>
              </a:buClr>
              <a:buFont typeface="Symbol" panose="05050102010706020507" pitchFamily="18" charset="2"/>
              <a:buChar char=""/>
              <a:tabLst>
                <a:tab pos="1457325" algn="l"/>
              </a:tabLst>
            </a:pPr>
            <a:r>
              <a:rPr lang="pt-BR" kern="100" dirty="0">
                <a:effectLst/>
                <a:latin typeface="Lufga Light" panose="00000400000000000000" pitchFamily="2" charset="0"/>
                <a:ea typeface="Calibri" panose="020F0502020204030204" pitchFamily="34" charset="0"/>
                <a:cs typeface="Symbol" panose="05050102010706020507" pitchFamily="18" charset="2"/>
              </a:rPr>
              <a:t>Dr. Routaib Hayat. </a:t>
            </a:r>
            <a:endParaRPr lang="en-US" sz="1600" kern="100" dirty="0">
              <a:effectLst/>
              <a:latin typeface="Calibri" panose="020F0502020204030204" pitchFamily="34" charset="0"/>
              <a:ea typeface="Calibri" panose="020F0502020204030204" pitchFamily="34" charset="0"/>
              <a:cs typeface="Symbol" panose="05050102010706020507" pitchFamily="18" charset="2"/>
            </a:endParaRPr>
          </a:p>
        </p:txBody>
      </p:sp>
      <p:sp>
        <p:nvSpPr>
          <p:cNvPr id="18" name="Slide Number Placeholder 17">
            <a:extLst>
              <a:ext uri="{FF2B5EF4-FFF2-40B4-BE49-F238E27FC236}">
                <a16:creationId xmlns:a16="http://schemas.microsoft.com/office/drawing/2014/main" id="{2B0010EB-58DB-9B41-275C-9EAE93EA1732}"/>
              </a:ext>
            </a:extLst>
          </p:cNvPr>
          <p:cNvSpPr>
            <a:spLocks noGrp="1"/>
          </p:cNvSpPr>
          <p:nvPr>
            <p:ph type="sldNum" sz="quarter" idx="12"/>
          </p:nvPr>
        </p:nvSpPr>
        <p:spPr/>
        <p:txBody>
          <a:bodyPr/>
          <a:lstStyle/>
          <a:p>
            <a:fld id="{12BB5861-8602-4C7B-8FD3-C437005C3227}" type="slidenum">
              <a:rPr lang="en-US" smtClean="0"/>
              <a:t>1</a:t>
            </a:fld>
            <a:endParaRPr lang="en-US"/>
          </a:p>
        </p:txBody>
      </p:sp>
    </p:spTree>
    <p:extLst>
      <p:ext uri="{BB962C8B-B14F-4D97-AF65-F5344CB8AC3E}">
        <p14:creationId xmlns:p14="http://schemas.microsoft.com/office/powerpoint/2010/main" val="3913163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A58C7C5-C4D3-236D-3A0D-2E384152987D}"/>
              </a:ext>
            </a:extLst>
          </p:cNvPr>
          <p:cNvSpPr>
            <a:spLocks noGrp="1"/>
          </p:cNvSpPr>
          <p:nvPr>
            <p:ph type="sldNum" sz="quarter" idx="12"/>
          </p:nvPr>
        </p:nvSpPr>
        <p:spPr/>
        <p:txBody>
          <a:bodyPr/>
          <a:lstStyle/>
          <a:p>
            <a:fld id="{12BB5861-8602-4C7B-8FD3-C437005C3227}" type="slidenum">
              <a:rPr lang="en-US" smtClean="0"/>
              <a:t>2</a:t>
            </a:fld>
            <a:endParaRPr lang="en-US" dirty="0"/>
          </a:p>
        </p:txBody>
      </p:sp>
      <p:sp>
        <p:nvSpPr>
          <p:cNvPr id="6" name="TextBox 5">
            <a:extLst>
              <a:ext uri="{FF2B5EF4-FFF2-40B4-BE49-F238E27FC236}">
                <a16:creationId xmlns:a16="http://schemas.microsoft.com/office/drawing/2014/main" id="{290632AF-B483-BDEB-EEA8-D17272EE5051}"/>
              </a:ext>
            </a:extLst>
          </p:cNvPr>
          <p:cNvSpPr txBox="1"/>
          <p:nvPr/>
        </p:nvSpPr>
        <p:spPr>
          <a:xfrm>
            <a:off x="950976" y="474853"/>
            <a:ext cx="9401556" cy="477054"/>
          </a:xfrm>
          <a:prstGeom prst="rect">
            <a:avLst/>
          </a:prstGeom>
          <a:noFill/>
        </p:spPr>
        <p:txBody>
          <a:bodyPr wrap="square" rtlCol="0">
            <a:spAutoFit/>
          </a:bodyPr>
          <a:lstStyle/>
          <a:p>
            <a:pPr algn="ctr"/>
            <a:r>
              <a:rPr lang="en-US" sz="2500" dirty="0">
                <a:latin typeface="Raleway" pitchFamily="2" charset="0"/>
              </a:rPr>
              <a:t>Planning du presentation : </a:t>
            </a:r>
          </a:p>
        </p:txBody>
      </p:sp>
      <p:pic>
        <p:nvPicPr>
          <p:cNvPr id="30" name="Graphic 29" descr="Question mark with solid fill">
            <a:extLst>
              <a:ext uri="{FF2B5EF4-FFF2-40B4-BE49-F238E27FC236}">
                <a16:creationId xmlns:a16="http://schemas.microsoft.com/office/drawing/2014/main" id="{C3A6A3A2-2960-5B45-A47E-E9E2EBAA24E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03319" y="1866623"/>
            <a:ext cx="541942" cy="541942"/>
          </a:xfrm>
          <a:prstGeom prst="rect">
            <a:avLst/>
          </a:prstGeom>
        </p:spPr>
      </p:pic>
      <p:sp>
        <p:nvSpPr>
          <p:cNvPr id="38" name="Rectangle 37">
            <a:extLst>
              <a:ext uri="{FF2B5EF4-FFF2-40B4-BE49-F238E27FC236}">
                <a16:creationId xmlns:a16="http://schemas.microsoft.com/office/drawing/2014/main" id="{2E58D6EC-B496-F489-FBFB-C7C530DFEE65}"/>
              </a:ext>
            </a:extLst>
          </p:cNvPr>
          <p:cNvSpPr/>
          <p:nvPr/>
        </p:nvSpPr>
        <p:spPr>
          <a:xfrm>
            <a:off x="487849" y="5750539"/>
            <a:ext cx="2557044" cy="380095"/>
          </a:xfrm>
          <a:prstGeom prst="rect">
            <a:avLst/>
          </a:prstGeom>
          <a:solidFill>
            <a:srgbClr val="DE31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Quicksand Bold" pitchFamily="50" charset="0"/>
              </a:rPr>
              <a:t>Introduction</a:t>
            </a:r>
          </a:p>
        </p:txBody>
      </p:sp>
      <p:sp>
        <p:nvSpPr>
          <p:cNvPr id="40" name="Rectangle 39">
            <a:extLst>
              <a:ext uri="{FF2B5EF4-FFF2-40B4-BE49-F238E27FC236}">
                <a16:creationId xmlns:a16="http://schemas.microsoft.com/office/drawing/2014/main" id="{1C0554E3-12E5-E497-F6BF-6D585FB00F52}"/>
              </a:ext>
            </a:extLst>
          </p:cNvPr>
          <p:cNvSpPr/>
          <p:nvPr/>
        </p:nvSpPr>
        <p:spPr>
          <a:xfrm>
            <a:off x="6130241" y="5773631"/>
            <a:ext cx="2534624" cy="357003"/>
          </a:xfrm>
          <a:prstGeom prst="rect">
            <a:avLst/>
          </a:prstGeom>
          <a:solidFill>
            <a:srgbClr val="006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Quicksand Bold" pitchFamily="50" charset="0"/>
              </a:rPr>
              <a:t>Architecture</a:t>
            </a:r>
            <a:r>
              <a:rPr lang="en-US" dirty="0"/>
              <a:t>  </a:t>
            </a:r>
          </a:p>
        </p:txBody>
      </p:sp>
      <p:grpSp>
        <p:nvGrpSpPr>
          <p:cNvPr id="44" name="Group 43">
            <a:extLst>
              <a:ext uri="{FF2B5EF4-FFF2-40B4-BE49-F238E27FC236}">
                <a16:creationId xmlns:a16="http://schemas.microsoft.com/office/drawing/2014/main" id="{C995C873-4673-F84F-852E-4527EC7D5C13}"/>
              </a:ext>
            </a:extLst>
          </p:cNvPr>
          <p:cNvGrpSpPr/>
          <p:nvPr/>
        </p:nvGrpSpPr>
        <p:grpSpPr>
          <a:xfrm>
            <a:off x="3316964" y="1689378"/>
            <a:ext cx="2534624" cy="4464349"/>
            <a:chOff x="424872" y="1066800"/>
            <a:chExt cx="2604655" cy="4724401"/>
          </a:xfrm>
        </p:grpSpPr>
        <p:sp>
          <p:nvSpPr>
            <p:cNvPr id="45" name="Freeform: Shape 44">
              <a:extLst>
                <a:ext uri="{FF2B5EF4-FFF2-40B4-BE49-F238E27FC236}">
                  <a16:creationId xmlns:a16="http://schemas.microsoft.com/office/drawing/2014/main" id="{DAA1F132-B0F4-3C58-9FAF-DE9BB83719C7}"/>
                </a:ext>
              </a:extLst>
            </p:cNvPr>
            <p:cNvSpPr/>
            <p:nvPr/>
          </p:nvSpPr>
          <p:spPr>
            <a:xfrm>
              <a:off x="424872" y="1727201"/>
              <a:ext cx="2604655" cy="4064000"/>
            </a:xfrm>
            <a:custGeom>
              <a:avLst/>
              <a:gdLst>
                <a:gd name="connsiteX0" fmla="*/ 0 w 2604655"/>
                <a:gd name="connsiteY0" fmla="*/ 0 h 4064000"/>
                <a:gd name="connsiteX1" fmla="*/ 746388 w 2604655"/>
                <a:gd name="connsiteY1" fmla="*/ 0 h 4064000"/>
                <a:gd name="connsiteX2" fmla="*/ 778929 w 2604655"/>
                <a:gd name="connsiteY2" fmla="*/ 104831 h 4064000"/>
                <a:gd name="connsiteX3" fmla="*/ 1302327 w 2604655"/>
                <a:gd name="connsiteY3" fmla="*/ 451762 h 4064000"/>
                <a:gd name="connsiteX4" fmla="*/ 1825725 w 2604655"/>
                <a:gd name="connsiteY4" fmla="*/ 104831 h 4064000"/>
                <a:gd name="connsiteX5" fmla="*/ 1858266 w 2604655"/>
                <a:gd name="connsiteY5" fmla="*/ 0 h 4064000"/>
                <a:gd name="connsiteX6" fmla="*/ 2604655 w 2604655"/>
                <a:gd name="connsiteY6" fmla="*/ 0 h 4064000"/>
                <a:gd name="connsiteX7" fmla="*/ 2604655 w 2604655"/>
                <a:gd name="connsiteY7" fmla="*/ 4064000 h 4064000"/>
                <a:gd name="connsiteX8" fmla="*/ 0 w 2604655"/>
                <a:gd name="connsiteY8" fmla="*/ 406400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655" h="4064000">
                  <a:moveTo>
                    <a:pt x="0" y="0"/>
                  </a:moveTo>
                  <a:lnTo>
                    <a:pt x="746388" y="0"/>
                  </a:lnTo>
                  <a:lnTo>
                    <a:pt x="778929" y="104831"/>
                  </a:lnTo>
                  <a:cubicBezTo>
                    <a:pt x="865162" y="308708"/>
                    <a:pt x="1067039" y="451762"/>
                    <a:pt x="1302327" y="451762"/>
                  </a:cubicBezTo>
                  <a:cubicBezTo>
                    <a:pt x="1537616" y="451762"/>
                    <a:pt x="1739492" y="308708"/>
                    <a:pt x="1825725" y="104831"/>
                  </a:cubicBezTo>
                  <a:lnTo>
                    <a:pt x="1858266" y="0"/>
                  </a:lnTo>
                  <a:lnTo>
                    <a:pt x="2604655" y="0"/>
                  </a:lnTo>
                  <a:lnTo>
                    <a:pt x="2604655" y="4064000"/>
                  </a:lnTo>
                  <a:lnTo>
                    <a:pt x="0" y="4064000"/>
                  </a:lnTo>
                  <a:close/>
                </a:path>
              </a:pathLst>
            </a:custGeom>
            <a:noFill/>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Circle: Hollow 45">
              <a:extLst>
                <a:ext uri="{FF2B5EF4-FFF2-40B4-BE49-F238E27FC236}">
                  <a16:creationId xmlns:a16="http://schemas.microsoft.com/office/drawing/2014/main" id="{946EF301-3A55-0804-A69A-7FA0B308DF05}"/>
                </a:ext>
              </a:extLst>
            </p:cNvPr>
            <p:cNvSpPr/>
            <p:nvPr/>
          </p:nvSpPr>
          <p:spPr>
            <a:xfrm>
              <a:off x="1228435" y="1066800"/>
              <a:ext cx="997527" cy="997527"/>
            </a:xfrm>
            <a:prstGeom prst="donut">
              <a:avLst>
                <a:gd name="adj" fmla="val 7247"/>
              </a:avLst>
            </a:prstGeom>
            <a:solidFill>
              <a:srgbClr val="EC90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9" name="Group 48">
            <a:extLst>
              <a:ext uri="{FF2B5EF4-FFF2-40B4-BE49-F238E27FC236}">
                <a16:creationId xmlns:a16="http://schemas.microsoft.com/office/drawing/2014/main" id="{33DC7F0C-7135-C7EE-3778-7324F38EE136}"/>
              </a:ext>
            </a:extLst>
          </p:cNvPr>
          <p:cNvGrpSpPr/>
          <p:nvPr/>
        </p:nvGrpSpPr>
        <p:grpSpPr>
          <a:xfrm>
            <a:off x="6121454" y="1666285"/>
            <a:ext cx="2534624" cy="4464349"/>
            <a:chOff x="424872" y="1066800"/>
            <a:chExt cx="2604655" cy="4724401"/>
          </a:xfrm>
        </p:grpSpPr>
        <p:sp>
          <p:nvSpPr>
            <p:cNvPr id="50" name="Freeform: Shape 49">
              <a:extLst>
                <a:ext uri="{FF2B5EF4-FFF2-40B4-BE49-F238E27FC236}">
                  <a16:creationId xmlns:a16="http://schemas.microsoft.com/office/drawing/2014/main" id="{50FF378C-9217-471E-3A05-4C54429B4310}"/>
                </a:ext>
              </a:extLst>
            </p:cNvPr>
            <p:cNvSpPr/>
            <p:nvPr/>
          </p:nvSpPr>
          <p:spPr>
            <a:xfrm>
              <a:off x="424872" y="1727201"/>
              <a:ext cx="2604655" cy="4064000"/>
            </a:xfrm>
            <a:custGeom>
              <a:avLst/>
              <a:gdLst>
                <a:gd name="connsiteX0" fmla="*/ 0 w 2604655"/>
                <a:gd name="connsiteY0" fmla="*/ 0 h 4064000"/>
                <a:gd name="connsiteX1" fmla="*/ 746388 w 2604655"/>
                <a:gd name="connsiteY1" fmla="*/ 0 h 4064000"/>
                <a:gd name="connsiteX2" fmla="*/ 778929 w 2604655"/>
                <a:gd name="connsiteY2" fmla="*/ 104831 h 4064000"/>
                <a:gd name="connsiteX3" fmla="*/ 1302327 w 2604655"/>
                <a:gd name="connsiteY3" fmla="*/ 451762 h 4064000"/>
                <a:gd name="connsiteX4" fmla="*/ 1825725 w 2604655"/>
                <a:gd name="connsiteY4" fmla="*/ 104831 h 4064000"/>
                <a:gd name="connsiteX5" fmla="*/ 1858266 w 2604655"/>
                <a:gd name="connsiteY5" fmla="*/ 0 h 4064000"/>
                <a:gd name="connsiteX6" fmla="*/ 2604655 w 2604655"/>
                <a:gd name="connsiteY6" fmla="*/ 0 h 4064000"/>
                <a:gd name="connsiteX7" fmla="*/ 2604655 w 2604655"/>
                <a:gd name="connsiteY7" fmla="*/ 4064000 h 4064000"/>
                <a:gd name="connsiteX8" fmla="*/ 0 w 2604655"/>
                <a:gd name="connsiteY8" fmla="*/ 406400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655" h="4064000">
                  <a:moveTo>
                    <a:pt x="0" y="0"/>
                  </a:moveTo>
                  <a:lnTo>
                    <a:pt x="746388" y="0"/>
                  </a:lnTo>
                  <a:lnTo>
                    <a:pt x="778929" y="104831"/>
                  </a:lnTo>
                  <a:cubicBezTo>
                    <a:pt x="865162" y="308708"/>
                    <a:pt x="1067039" y="451762"/>
                    <a:pt x="1302327" y="451762"/>
                  </a:cubicBezTo>
                  <a:cubicBezTo>
                    <a:pt x="1537616" y="451762"/>
                    <a:pt x="1739492" y="308708"/>
                    <a:pt x="1825725" y="104831"/>
                  </a:cubicBezTo>
                  <a:lnTo>
                    <a:pt x="1858266" y="0"/>
                  </a:lnTo>
                  <a:lnTo>
                    <a:pt x="2604655" y="0"/>
                  </a:lnTo>
                  <a:lnTo>
                    <a:pt x="2604655" y="4064000"/>
                  </a:lnTo>
                  <a:lnTo>
                    <a:pt x="0" y="4064000"/>
                  </a:lnTo>
                  <a:close/>
                </a:path>
              </a:pathLst>
            </a:custGeom>
            <a:noFill/>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Circle: Hollow 50">
              <a:extLst>
                <a:ext uri="{FF2B5EF4-FFF2-40B4-BE49-F238E27FC236}">
                  <a16:creationId xmlns:a16="http://schemas.microsoft.com/office/drawing/2014/main" id="{643A3938-B5B3-A4C7-9F15-32C2172A6556}"/>
                </a:ext>
              </a:extLst>
            </p:cNvPr>
            <p:cNvSpPr/>
            <p:nvPr/>
          </p:nvSpPr>
          <p:spPr>
            <a:xfrm>
              <a:off x="1228435" y="1066800"/>
              <a:ext cx="997527" cy="997527"/>
            </a:xfrm>
            <a:prstGeom prst="donut">
              <a:avLst>
                <a:gd name="adj" fmla="val 7247"/>
              </a:avLst>
            </a:prstGeom>
            <a:solidFill>
              <a:srgbClr val="006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2" name="Group 51">
            <a:extLst>
              <a:ext uri="{FF2B5EF4-FFF2-40B4-BE49-F238E27FC236}">
                <a16:creationId xmlns:a16="http://schemas.microsoft.com/office/drawing/2014/main" id="{2050DC1E-D294-F154-9DEA-B6B2F9BAA971}"/>
              </a:ext>
            </a:extLst>
          </p:cNvPr>
          <p:cNvGrpSpPr/>
          <p:nvPr/>
        </p:nvGrpSpPr>
        <p:grpSpPr>
          <a:xfrm>
            <a:off x="501482" y="1666285"/>
            <a:ext cx="2534624" cy="4464349"/>
            <a:chOff x="424872" y="1066800"/>
            <a:chExt cx="2604655" cy="4724401"/>
          </a:xfrm>
        </p:grpSpPr>
        <p:sp>
          <p:nvSpPr>
            <p:cNvPr id="53" name="Freeform: Shape 52">
              <a:extLst>
                <a:ext uri="{FF2B5EF4-FFF2-40B4-BE49-F238E27FC236}">
                  <a16:creationId xmlns:a16="http://schemas.microsoft.com/office/drawing/2014/main" id="{37496AD0-CB2F-CD0D-E7C4-9E07729E53C6}"/>
                </a:ext>
              </a:extLst>
            </p:cNvPr>
            <p:cNvSpPr/>
            <p:nvPr/>
          </p:nvSpPr>
          <p:spPr>
            <a:xfrm>
              <a:off x="424872" y="1727201"/>
              <a:ext cx="2604655" cy="4064000"/>
            </a:xfrm>
            <a:custGeom>
              <a:avLst/>
              <a:gdLst>
                <a:gd name="connsiteX0" fmla="*/ 0 w 2604655"/>
                <a:gd name="connsiteY0" fmla="*/ 0 h 4064000"/>
                <a:gd name="connsiteX1" fmla="*/ 746388 w 2604655"/>
                <a:gd name="connsiteY1" fmla="*/ 0 h 4064000"/>
                <a:gd name="connsiteX2" fmla="*/ 778929 w 2604655"/>
                <a:gd name="connsiteY2" fmla="*/ 104831 h 4064000"/>
                <a:gd name="connsiteX3" fmla="*/ 1302327 w 2604655"/>
                <a:gd name="connsiteY3" fmla="*/ 451762 h 4064000"/>
                <a:gd name="connsiteX4" fmla="*/ 1825725 w 2604655"/>
                <a:gd name="connsiteY4" fmla="*/ 104831 h 4064000"/>
                <a:gd name="connsiteX5" fmla="*/ 1858266 w 2604655"/>
                <a:gd name="connsiteY5" fmla="*/ 0 h 4064000"/>
                <a:gd name="connsiteX6" fmla="*/ 2604655 w 2604655"/>
                <a:gd name="connsiteY6" fmla="*/ 0 h 4064000"/>
                <a:gd name="connsiteX7" fmla="*/ 2604655 w 2604655"/>
                <a:gd name="connsiteY7" fmla="*/ 4064000 h 4064000"/>
                <a:gd name="connsiteX8" fmla="*/ 0 w 2604655"/>
                <a:gd name="connsiteY8" fmla="*/ 406400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655" h="4064000">
                  <a:moveTo>
                    <a:pt x="0" y="0"/>
                  </a:moveTo>
                  <a:lnTo>
                    <a:pt x="746388" y="0"/>
                  </a:lnTo>
                  <a:lnTo>
                    <a:pt x="778929" y="104831"/>
                  </a:lnTo>
                  <a:cubicBezTo>
                    <a:pt x="865162" y="308708"/>
                    <a:pt x="1067039" y="451762"/>
                    <a:pt x="1302327" y="451762"/>
                  </a:cubicBezTo>
                  <a:cubicBezTo>
                    <a:pt x="1537616" y="451762"/>
                    <a:pt x="1739492" y="308708"/>
                    <a:pt x="1825725" y="104831"/>
                  </a:cubicBezTo>
                  <a:lnTo>
                    <a:pt x="1858266" y="0"/>
                  </a:lnTo>
                  <a:lnTo>
                    <a:pt x="2604655" y="0"/>
                  </a:lnTo>
                  <a:lnTo>
                    <a:pt x="2604655" y="4064000"/>
                  </a:lnTo>
                  <a:lnTo>
                    <a:pt x="0" y="4064000"/>
                  </a:lnTo>
                  <a:close/>
                </a:path>
              </a:pathLst>
            </a:custGeom>
            <a:noFill/>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Circle: Hollow 53">
              <a:extLst>
                <a:ext uri="{FF2B5EF4-FFF2-40B4-BE49-F238E27FC236}">
                  <a16:creationId xmlns:a16="http://schemas.microsoft.com/office/drawing/2014/main" id="{035CA97E-82A2-0EF0-FB6E-99E3241D4BD0}"/>
                </a:ext>
              </a:extLst>
            </p:cNvPr>
            <p:cNvSpPr/>
            <p:nvPr/>
          </p:nvSpPr>
          <p:spPr>
            <a:xfrm>
              <a:off x="1228435" y="1066800"/>
              <a:ext cx="997527" cy="997527"/>
            </a:xfrm>
            <a:prstGeom prst="donut">
              <a:avLst>
                <a:gd name="adj" fmla="val 7247"/>
              </a:avLst>
            </a:prstGeom>
            <a:solidFill>
              <a:srgbClr val="DE3163"/>
            </a:solidFill>
            <a:ln>
              <a:solidFill>
                <a:srgbClr val="DE31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6" name="Rectangle 55">
            <a:extLst>
              <a:ext uri="{FF2B5EF4-FFF2-40B4-BE49-F238E27FC236}">
                <a16:creationId xmlns:a16="http://schemas.microsoft.com/office/drawing/2014/main" id="{172B643A-61FA-AB85-A577-FDBE42573FDC}"/>
              </a:ext>
            </a:extLst>
          </p:cNvPr>
          <p:cNvSpPr/>
          <p:nvPr/>
        </p:nvSpPr>
        <p:spPr>
          <a:xfrm>
            <a:off x="3314759" y="5773632"/>
            <a:ext cx="2525837" cy="380095"/>
          </a:xfrm>
          <a:prstGeom prst="rect">
            <a:avLst/>
          </a:prstGeom>
          <a:solidFill>
            <a:srgbClr val="EC90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Quicksand Bold" pitchFamily="50" charset="0"/>
              </a:rPr>
              <a:t>Outils</a:t>
            </a:r>
            <a:r>
              <a:rPr lang="en-US" dirty="0"/>
              <a:t> </a:t>
            </a:r>
          </a:p>
        </p:txBody>
      </p:sp>
      <p:grpSp>
        <p:nvGrpSpPr>
          <p:cNvPr id="57" name="Group 56">
            <a:extLst>
              <a:ext uri="{FF2B5EF4-FFF2-40B4-BE49-F238E27FC236}">
                <a16:creationId xmlns:a16="http://schemas.microsoft.com/office/drawing/2014/main" id="{FA650A27-CCB7-730A-D5C9-F34833F017A4}"/>
              </a:ext>
            </a:extLst>
          </p:cNvPr>
          <p:cNvGrpSpPr/>
          <p:nvPr/>
        </p:nvGrpSpPr>
        <p:grpSpPr>
          <a:xfrm>
            <a:off x="8968143" y="1666285"/>
            <a:ext cx="2534624" cy="4464349"/>
            <a:chOff x="424872" y="1066800"/>
            <a:chExt cx="2604655" cy="4724401"/>
          </a:xfrm>
        </p:grpSpPr>
        <p:sp>
          <p:nvSpPr>
            <p:cNvPr id="58" name="Freeform: Shape 57">
              <a:extLst>
                <a:ext uri="{FF2B5EF4-FFF2-40B4-BE49-F238E27FC236}">
                  <a16:creationId xmlns:a16="http://schemas.microsoft.com/office/drawing/2014/main" id="{57E8C25A-F037-C6B9-1EB8-83C8FE861BA2}"/>
                </a:ext>
              </a:extLst>
            </p:cNvPr>
            <p:cNvSpPr/>
            <p:nvPr/>
          </p:nvSpPr>
          <p:spPr>
            <a:xfrm>
              <a:off x="424872" y="1727201"/>
              <a:ext cx="2604655" cy="4064000"/>
            </a:xfrm>
            <a:custGeom>
              <a:avLst/>
              <a:gdLst>
                <a:gd name="connsiteX0" fmla="*/ 0 w 2604655"/>
                <a:gd name="connsiteY0" fmla="*/ 0 h 4064000"/>
                <a:gd name="connsiteX1" fmla="*/ 746388 w 2604655"/>
                <a:gd name="connsiteY1" fmla="*/ 0 h 4064000"/>
                <a:gd name="connsiteX2" fmla="*/ 778929 w 2604655"/>
                <a:gd name="connsiteY2" fmla="*/ 104831 h 4064000"/>
                <a:gd name="connsiteX3" fmla="*/ 1302327 w 2604655"/>
                <a:gd name="connsiteY3" fmla="*/ 451762 h 4064000"/>
                <a:gd name="connsiteX4" fmla="*/ 1825725 w 2604655"/>
                <a:gd name="connsiteY4" fmla="*/ 104831 h 4064000"/>
                <a:gd name="connsiteX5" fmla="*/ 1858266 w 2604655"/>
                <a:gd name="connsiteY5" fmla="*/ 0 h 4064000"/>
                <a:gd name="connsiteX6" fmla="*/ 2604655 w 2604655"/>
                <a:gd name="connsiteY6" fmla="*/ 0 h 4064000"/>
                <a:gd name="connsiteX7" fmla="*/ 2604655 w 2604655"/>
                <a:gd name="connsiteY7" fmla="*/ 4064000 h 4064000"/>
                <a:gd name="connsiteX8" fmla="*/ 0 w 2604655"/>
                <a:gd name="connsiteY8" fmla="*/ 406400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655" h="4064000">
                  <a:moveTo>
                    <a:pt x="0" y="0"/>
                  </a:moveTo>
                  <a:lnTo>
                    <a:pt x="746388" y="0"/>
                  </a:lnTo>
                  <a:lnTo>
                    <a:pt x="778929" y="104831"/>
                  </a:lnTo>
                  <a:cubicBezTo>
                    <a:pt x="865162" y="308708"/>
                    <a:pt x="1067039" y="451762"/>
                    <a:pt x="1302327" y="451762"/>
                  </a:cubicBezTo>
                  <a:cubicBezTo>
                    <a:pt x="1537616" y="451762"/>
                    <a:pt x="1739492" y="308708"/>
                    <a:pt x="1825725" y="104831"/>
                  </a:cubicBezTo>
                  <a:lnTo>
                    <a:pt x="1858266" y="0"/>
                  </a:lnTo>
                  <a:lnTo>
                    <a:pt x="2604655" y="0"/>
                  </a:lnTo>
                  <a:lnTo>
                    <a:pt x="2604655" y="4064000"/>
                  </a:lnTo>
                  <a:lnTo>
                    <a:pt x="0" y="4064000"/>
                  </a:lnTo>
                  <a:close/>
                </a:path>
              </a:pathLst>
            </a:custGeom>
            <a:noFill/>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Circle: Hollow 58">
              <a:extLst>
                <a:ext uri="{FF2B5EF4-FFF2-40B4-BE49-F238E27FC236}">
                  <a16:creationId xmlns:a16="http://schemas.microsoft.com/office/drawing/2014/main" id="{6940E136-8DA0-2ECF-B5FD-359F6E4011DE}"/>
                </a:ext>
              </a:extLst>
            </p:cNvPr>
            <p:cNvSpPr/>
            <p:nvPr/>
          </p:nvSpPr>
          <p:spPr>
            <a:xfrm>
              <a:off x="1228435" y="1066800"/>
              <a:ext cx="997527" cy="997527"/>
            </a:xfrm>
            <a:prstGeom prst="donut">
              <a:avLst>
                <a:gd name="adj" fmla="val 7247"/>
              </a:avLst>
            </a:prstGeom>
            <a:solidFill>
              <a:srgbClr val="F593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0" name="Rectangle 59">
            <a:extLst>
              <a:ext uri="{FF2B5EF4-FFF2-40B4-BE49-F238E27FC236}">
                <a16:creationId xmlns:a16="http://schemas.microsoft.com/office/drawing/2014/main" id="{79E0A1C7-ECBE-6C77-F636-15C66E43A74B}"/>
              </a:ext>
            </a:extLst>
          </p:cNvPr>
          <p:cNvSpPr/>
          <p:nvPr/>
        </p:nvSpPr>
        <p:spPr>
          <a:xfrm>
            <a:off x="8968143" y="5773631"/>
            <a:ext cx="2534624" cy="357003"/>
          </a:xfrm>
          <a:prstGeom prst="rect">
            <a:avLst/>
          </a:prstGeom>
          <a:solidFill>
            <a:srgbClr val="F5939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Quicksand Bold" pitchFamily="50" charset="0"/>
              </a:rPr>
              <a:t>Modelisation</a:t>
            </a:r>
            <a:r>
              <a:rPr lang="en-US" dirty="0"/>
              <a:t>   </a:t>
            </a:r>
          </a:p>
        </p:txBody>
      </p:sp>
      <p:sp>
        <p:nvSpPr>
          <p:cNvPr id="1029" name="TextBox 1028">
            <a:extLst>
              <a:ext uri="{FF2B5EF4-FFF2-40B4-BE49-F238E27FC236}">
                <a16:creationId xmlns:a16="http://schemas.microsoft.com/office/drawing/2014/main" id="{3EA70AA7-C156-1938-D741-CCF3A160905C}"/>
              </a:ext>
            </a:extLst>
          </p:cNvPr>
          <p:cNvSpPr txBox="1"/>
          <p:nvPr/>
        </p:nvSpPr>
        <p:spPr>
          <a:xfrm>
            <a:off x="567639" y="2957667"/>
            <a:ext cx="2534624" cy="2123658"/>
          </a:xfrm>
          <a:prstGeom prst="rect">
            <a:avLst/>
          </a:prstGeom>
          <a:noFill/>
        </p:spPr>
        <p:txBody>
          <a:bodyPr wrap="square" rtlCol="0">
            <a:spAutoFit/>
          </a:bodyPr>
          <a:lstStyle/>
          <a:p>
            <a:pPr marL="285750" indent="-285750">
              <a:buClr>
                <a:srgbClr val="DE3163"/>
              </a:buClr>
              <a:buFont typeface="Arial" panose="020B0604020202020204" pitchFamily="34" charset="0"/>
              <a:buChar char="•"/>
            </a:pPr>
            <a:r>
              <a:rPr lang="en-US" sz="1200" dirty="0">
                <a:latin typeface="Comfortaa" panose="020F0303070200060003" pitchFamily="34" charset="0"/>
                <a:ea typeface="Gadugi" panose="020B0502040204020203" pitchFamily="34" charset="0"/>
              </a:rPr>
              <a:t>Comprehension du </a:t>
            </a:r>
            <a:r>
              <a:rPr lang="en-US" sz="1200" dirty="0" err="1">
                <a:latin typeface="Comfortaa" panose="020F0303070200060003" pitchFamily="34" charset="0"/>
                <a:ea typeface="Gadugi" panose="020B0502040204020203" pitchFamily="34" charset="0"/>
              </a:rPr>
              <a:t>probleme</a:t>
            </a:r>
            <a:r>
              <a:rPr lang="en-US" sz="1200" dirty="0">
                <a:latin typeface="Comfortaa" panose="020F0303070200060003" pitchFamily="34" charset="0"/>
                <a:ea typeface="Gadugi" panose="020B0502040204020203" pitchFamily="34" charset="0"/>
              </a:rPr>
              <a:t> .</a:t>
            </a:r>
          </a:p>
          <a:p>
            <a:pPr marL="285750" indent="-285750">
              <a:buClr>
                <a:srgbClr val="DE3163"/>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a:buClr>
                <a:srgbClr val="DE3163"/>
              </a:buClr>
            </a:pPr>
            <a:endParaRPr lang="en-US" sz="1200" dirty="0">
              <a:latin typeface="Comfortaa" panose="020F0303070200060003" pitchFamily="34" charset="0"/>
              <a:ea typeface="Gadugi" panose="020B0502040204020203" pitchFamily="34" charset="0"/>
            </a:endParaRPr>
          </a:p>
          <a:p>
            <a:pPr marL="285750" indent="-285750">
              <a:buClr>
                <a:srgbClr val="DE3163"/>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285750" indent="-285750">
              <a:buClr>
                <a:srgbClr val="DE3163"/>
              </a:buClr>
              <a:buFont typeface="Arial" panose="020B0604020202020204" pitchFamily="34" charset="0"/>
              <a:buChar char="•"/>
            </a:pPr>
            <a:r>
              <a:rPr lang="fr-FR" sz="1200" dirty="0">
                <a:latin typeface="Comfortaa" panose="020F0303070200060003" pitchFamily="34" charset="0"/>
                <a:ea typeface="Gadugi" panose="020B0502040204020203" pitchFamily="34" charset="0"/>
              </a:rPr>
              <a:t>Pourquoi utiliser le Cloud </a:t>
            </a:r>
            <a:r>
              <a:rPr lang="fr-FR" sz="1200" dirty="0" err="1">
                <a:latin typeface="Comfortaa" panose="020F0303070200060003" pitchFamily="34" charset="0"/>
                <a:ea typeface="Gadugi" panose="020B0502040204020203" pitchFamily="34" charset="0"/>
              </a:rPr>
              <a:t>Computing</a:t>
            </a:r>
            <a:r>
              <a:rPr lang="fr-FR" sz="1200" dirty="0">
                <a:latin typeface="Comfortaa" panose="020F0303070200060003" pitchFamily="34" charset="0"/>
                <a:ea typeface="Gadugi" panose="020B0502040204020203" pitchFamily="34" charset="0"/>
              </a:rPr>
              <a:t> ?</a:t>
            </a:r>
          </a:p>
          <a:p>
            <a:pPr>
              <a:buClr>
                <a:srgbClr val="DE3163"/>
              </a:buClr>
            </a:pPr>
            <a:endParaRPr lang="fr-FR" sz="1200" dirty="0">
              <a:latin typeface="Comfortaa" panose="020F0303070200060003" pitchFamily="34" charset="0"/>
              <a:ea typeface="Gadugi" panose="020B0502040204020203" pitchFamily="34" charset="0"/>
            </a:endParaRPr>
          </a:p>
          <a:p>
            <a:pPr>
              <a:buClr>
                <a:srgbClr val="DE3163"/>
              </a:buClr>
            </a:pPr>
            <a:endParaRPr lang="fr-FR" sz="1200" dirty="0">
              <a:latin typeface="Comfortaa" panose="020F0303070200060003" pitchFamily="34" charset="0"/>
              <a:ea typeface="Gadugi" panose="020B0502040204020203" pitchFamily="34" charset="0"/>
            </a:endParaRPr>
          </a:p>
          <a:p>
            <a:pPr>
              <a:buClr>
                <a:srgbClr val="DE3163"/>
              </a:buClr>
            </a:pPr>
            <a:endParaRPr lang="fr-FR" sz="1200" dirty="0">
              <a:latin typeface="Comfortaa" panose="020F0303070200060003" pitchFamily="34" charset="0"/>
              <a:ea typeface="Gadugi" panose="020B0502040204020203" pitchFamily="34" charset="0"/>
            </a:endParaRPr>
          </a:p>
          <a:p>
            <a:pPr marL="285750" indent="-285750">
              <a:buClr>
                <a:srgbClr val="DE3163"/>
              </a:buClr>
              <a:buFont typeface="Arial" panose="020B0604020202020204" pitchFamily="34" charset="0"/>
              <a:buChar char="•"/>
            </a:pPr>
            <a:r>
              <a:rPr lang="en-US" sz="1200" dirty="0" err="1">
                <a:latin typeface="Comfortaa" panose="020F0303070200060003" pitchFamily="34" charset="0"/>
                <a:ea typeface="Gadugi" panose="020B0502040204020203" pitchFamily="34" charset="0"/>
              </a:rPr>
              <a:t>C’est</a:t>
            </a:r>
            <a:r>
              <a:rPr lang="en-US" sz="1200" dirty="0">
                <a:latin typeface="Comfortaa" panose="020F0303070200060003" pitchFamily="34" charset="0"/>
                <a:ea typeface="Gadugi" panose="020B0502040204020203" pitchFamily="34" charset="0"/>
              </a:rPr>
              <a:t> quoi AWS ?</a:t>
            </a:r>
          </a:p>
        </p:txBody>
      </p:sp>
      <p:pic>
        <p:nvPicPr>
          <p:cNvPr id="1032" name="Picture 1031" descr="AWS Icons - High-Quality Cloud Icons for Your Projects">
            <a:extLst>
              <a:ext uri="{FF2B5EF4-FFF2-40B4-BE49-F238E27FC236}">
                <a16:creationId xmlns:a16="http://schemas.microsoft.com/office/drawing/2014/main" id="{B39D9D11-4E50-7020-2FB8-F84C0053905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06827" y="1866623"/>
            <a:ext cx="554896" cy="554896"/>
          </a:xfrm>
          <a:prstGeom prst="rect">
            <a:avLst/>
          </a:prstGeom>
          <a:noFill/>
          <a:ln>
            <a:noFill/>
          </a:ln>
        </p:spPr>
      </p:pic>
      <p:sp>
        <p:nvSpPr>
          <p:cNvPr id="1033" name="TextBox 1032">
            <a:extLst>
              <a:ext uri="{FF2B5EF4-FFF2-40B4-BE49-F238E27FC236}">
                <a16:creationId xmlns:a16="http://schemas.microsoft.com/office/drawing/2014/main" id="{DAC41D8D-7400-062D-3F05-08345B7A8EA2}"/>
              </a:ext>
            </a:extLst>
          </p:cNvPr>
          <p:cNvSpPr txBox="1"/>
          <p:nvPr/>
        </p:nvSpPr>
        <p:spPr>
          <a:xfrm>
            <a:off x="3339384" y="3264120"/>
            <a:ext cx="2534624" cy="1569660"/>
          </a:xfrm>
          <a:prstGeom prst="rect">
            <a:avLst/>
          </a:prstGeom>
          <a:noFill/>
        </p:spPr>
        <p:txBody>
          <a:bodyPr wrap="square" rtlCol="0">
            <a:spAutoFit/>
          </a:bodyPr>
          <a:lstStyle/>
          <a:p>
            <a:pPr marL="171450" indent="-171450">
              <a:buClr>
                <a:srgbClr val="EC902D"/>
              </a:buClr>
              <a:buSzPct val="150000"/>
              <a:buFont typeface="Arial" panose="020B0604020202020204" pitchFamily="34" charset="0"/>
              <a:buChar char="•"/>
            </a:pPr>
            <a:r>
              <a:rPr lang="en-US" sz="1200" dirty="0">
                <a:latin typeface="Comfortaa" panose="020F0303070200060003" pitchFamily="34" charset="0"/>
                <a:ea typeface="Gadugi" panose="020B0502040204020203" pitchFamily="34" charset="0"/>
              </a:rPr>
              <a:t>Les </a:t>
            </a:r>
            <a:r>
              <a:rPr lang="en-US" sz="1200" dirty="0" err="1">
                <a:latin typeface="Comfortaa" panose="020F0303070200060003" pitchFamily="34" charset="0"/>
                <a:ea typeface="Gadugi" panose="020B0502040204020203" pitchFamily="34" charset="0"/>
              </a:rPr>
              <a:t>outils</a:t>
            </a:r>
            <a:r>
              <a:rPr lang="en-US" sz="1200" dirty="0">
                <a:latin typeface="Comfortaa" panose="020F0303070200060003" pitchFamily="34" charset="0"/>
                <a:ea typeface="Gadugi" panose="020B0502040204020203" pitchFamily="34" charset="0"/>
              </a:rPr>
              <a:t> de development </a:t>
            </a:r>
            <a:r>
              <a:rPr lang="en-US" sz="1200" dirty="0" err="1">
                <a:latin typeface="Comfortaa" panose="020F0303070200060003" pitchFamily="34" charset="0"/>
                <a:ea typeface="Gadugi" panose="020B0502040204020203" pitchFamily="34" charset="0"/>
              </a:rPr>
              <a:t>utilises</a:t>
            </a:r>
            <a:r>
              <a:rPr lang="en-US" sz="1200" dirty="0">
                <a:latin typeface="Comfortaa" panose="020F0303070200060003" pitchFamily="34" charset="0"/>
                <a:ea typeface="Gadugi" panose="020B0502040204020203" pitchFamily="34" charset="0"/>
              </a:rPr>
              <a:t>.</a:t>
            </a:r>
          </a:p>
          <a:p>
            <a:pPr marL="171450" indent="-171450">
              <a:buClr>
                <a:srgbClr val="DE3163"/>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DE3163"/>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DE3163"/>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DE3163"/>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DE3163"/>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EC902D"/>
              </a:buClr>
              <a:buSzPct val="150000"/>
              <a:buFont typeface="Arial" panose="020B0604020202020204" pitchFamily="34" charset="0"/>
              <a:buChar char="•"/>
            </a:pPr>
            <a:r>
              <a:rPr lang="en-US" sz="1200" dirty="0">
                <a:latin typeface="Comfortaa" panose="020F0303070200060003" pitchFamily="34" charset="0"/>
                <a:ea typeface="Gadugi" panose="020B0502040204020203" pitchFamily="34" charset="0"/>
              </a:rPr>
              <a:t>Les services AWS </a:t>
            </a:r>
            <a:r>
              <a:rPr lang="en-US" sz="1200" dirty="0" err="1">
                <a:latin typeface="Comfortaa" panose="020F0303070200060003" pitchFamily="34" charset="0"/>
                <a:ea typeface="Gadugi" panose="020B0502040204020203" pitchFamily="34" charset="0"/>
              </a:rPr>
              <a:t>utilises</a:t>
            </a:r>
            <a:r>
              <a:rPr lang="en-US" sz="1200" dirty="0">
                <a:latin typeface="Comfortaa" panose="020F0303070200060003" pitchFamily="34" charset="0"/>
                <a:ea typeface="Gadugi" panose="020B0502040204020203" pitchFamily="34" charset="0"/>
              </a:rPr>
              <a:t>.</a:t>
            </a:r>
          </a:p>
        </p:txBody>
      </p:sp>
      <p:cxnSp>
        <p:nvCxnSpPr>
          <p:cNvPr id="1035" name="Straight Connector 1034">
            <a:extLst>
              <a:ext uri="{FF2B5EF4-FFF2-40B4-BE49-F238E27FC236}">
                <a16:creationId xmlns:a16="http://schemas.microsoft.com/office/drawing/2014/main" id="{95B7A588-C2A2-2131-3991-7C3E8C2AC1A7}"/>
              </a:ext>
            </a:extLst>
          </p:cNvPr>
          <p:cNvCxnSpPr/>
          <p:nvPr/>
        </p:nvCxnSpPr>
        <p:spPr>
          <a:xfrm>
            <a:off x="3036106" y="1028700"/>
            <a:ext cx="4972514" cy="0"/>
          </a:xfrm>
          <a:prstGeom prst="line">
            <a:avLst/>
          </a:prstGeom>
          <a:ln w="1270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0DCEA456-43E7-3636-3345-328615892BB3}"/>
              </a:ext>
            </a:extLst>
          </p:cNvPr>
          <p:cNvCxnSpPr/>
          <p:nvPr/>
        </p:nvCxnSpPr>
        <p:spPr>
          <a:xfrm>
            <a:off x="3044893" y="459613"/>
            <a:ext cx="4972514" cy="0"/>
          </a:xfrm>
          <a:prstGeom prst="line">
            <a:avLst/>
          </a:prstGeom>
          <a:ln w="1270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040" name="Graphic 1039">
            <a:extLst>
              <a:ext uri="{FF2B5EF4-FFF2-40B4-BE49-F238E27FC236}">
                <a16:creationId xmlns:a16="http://schemas.microsoft.com/office/drawing/2014/main" id="{64ECCAAE-8372-BC16-9B8A-F04CA169F5F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04070" y="1798042"/>
            <a:ext cx="581301" cy="668164"/>
          </a:xfrm>
          <a:prstGeom prst="rect">
            <a:avLst/>
          </a:prstGeom>
        </p:spPr>
      </p:pic>
      <p:sp>
        <p:nvSpPr>
          <p:cNvPr id="1041" name="TextBox 1040">
            <a:extLst>
              <a:ext uri="{FF2B5EF4-FFF2-40B4-BE49-F238E27FC236}">
                <a16:creationId xmlns:a16="http://schemas.microsoft.com/office/drawing/2014/main" id="{5ABD5C34-76EA-F9DE-EEF2-E9CB83CCCC65}"/>
              </a:ext>
            </a:extLst>
          </p:cNvPr>
          <p:cNvSpPr txBox="1"/>
          <p:nvPr/>
        </p:nvSpPr>
        <p:spPr>
          <a:xfrm>
            <a:off x="6142553" y="3771912"/>
            <a:ext cx="2534624" cy="461665"/>
          </a:xfrm>
          <a:prstGeom prst="rect">
            <a:avLst/>
          </a:prstGeom>
          <a:noFill/>
        </p:spPr>
        <p:txBody>
          <a:bodyPr wrap="square" rtlCol="0">
            <a:spAutoFit/>
          </a:bodyPr>
          <a:lstStyle/>
          <a:p>
            <a:pPr marL="171450" indent="-171450">
              <a:buClr>
                <a:srgbClr val="006699"/>
              </a:buClr>
              <a:buSzPct val="150000"/>
              <a:buFont typeface="Arial" panose="020B0604020202020204" pitchFamily="34" charset="0"/>
              <a:buChar char="•"/>
            </a:pPr>
            <a:r>
              <a:rPr lang="en-US" sz="1200" dirty="0" err="1">
                <a:latin typeface="Comfortaa" panose="020F0303070200060003" pitchFamily="34" charset="0"/>
                <a:ea typeface="Gadugi" panose="020B0502040204020203" pitchFamily="34" charset="0"/>
              </a:rPr>
              <a:t>L’architecture</a:t>
            </a:r>
            <a:r>
              <a:rPr lang="en-US" sz="1200" dirty="0">
                <a:latin typeface="Comfortaa" panose="020F0303070200060003" pitchFamily="34" charset="0"/>
                <a:ea typeface="Gadugi" panose="020B0502040204020203" pitchFamily="34" charset="0"/>
              </a:rPr>
              <a:t> generale du solution.</a:t>
            </a:r>
          </a:p>
        </p:txBody>
      </p:sp>
      <p:sp>
        <p:nvSpPr>
          <p:cNvPr id="1042" name="TextBox 1041">
            <a:extLst>
              <a:ext uri="{FF2B5EF4-FFF2-40B4-BE49-F238E27FC236}">
                <a16:creationId xmlns:a16="http://schemas.microsoft.com/office/drawing/2014/main" id="{0D8B22F1-1938-F8D4-8D58-E1B5B65EAAA3}"/>
              </a:ext>
            </a:extLst>
          </p:cNvPr>
          <p:cNvSpPr txBox="1"/>
          <p:nvPr/>
        </p:nvSpPr>
        <p:spPr>
          <a:xfrm>
            <a:off x="8968143" y="3002602"/>
            <a:ext cx="2534624" cy="2492990"/>
          </a:xfrm>
          <a:prstGeom prst="rect">
            <a:avLst/>
          </a:prstGeom>
          <a:noFill/>
        </p:spPr>
        <p:txBody>
          <a:bodyPr wrap="square" rtlCol="0">
            <a:spAutoFit/>
          </a:bodyPr>
          <a:lstStyle/>
          <a:p>
            <a:pPr marL="171450" indent="-171450">
              <a:buClr>
                <a:srgbClr val="F59390"/>
              </a:buClr>
              <a:buSzPct val="150000"/>
              <a:buFont typeface="Arial" panose="020B0604020202020204" pitchFamily="34" charset="0"/>
              <a:buChar char="•"/>
            </a:pPr>
            <a:r>
              <a:rPr lang="en-US" sz="1200" dirty="0">
                <a:latin typeface="Comfortaa" panose="020F0303070200060003" pitchFamily="34" charset="0"/>
                <a:ea typeface="Gadugi" panose="020B0502040204020203" pitchFamily="34" charset="0"/>
              </a:rPr>
              <a:t>Collection des </a:t>
            </a:r>
            <a:r>
              <a:rPr lang="en-US" sz="1200" dirty="0" err="1">
                <a:latin typeface="Comfortaa" panose="020F0303070200060003" pitchFamily="34" charset="0"/>
                <a:ea typeface="Gadugi" panose="020B0502040204020203" pitchFamily="34" charset="0"/>
              </a:rPr>
              <a:t>donnees</a:t>
            </a:r>
            <a:r>
              <a:rPr lang="en-US" sz="1200" dirty="0">
                <a:latin typeface="Comfortaa" panose="020F0303070200060003" pitchFamily="34" charset="0"/>
                <a:ea typeface="Gadugi" panose="020B0502040204020203" pitchFamily="34" charset="0"/>
              </a:rPr>
              <a:t>.</a:t>
            </a:r>
          </a:p>
          <a:p>
            <a:pPr>
              <a:buClr>
                <a:srgbClr val="006699"/>
              </a:buClr>
              <a:buSzPct val="150000"/>
            </a:pPr>
            <a:endParaRPr lang="en-US" sz="1200" dirty="0">
              <a:latin typeface="Comfortaa" panose="020F0303070200060003" pitchFamily="34" charset="0"/>
              <a:ea typeface="Gadugi" panose="020B0502040204020203" pitchFamily="34" charset="0"/>
            </a:endParaRPr>
          </a:p>
          <a:p>
            <a:pPr marL="171450" indent="-171450">
              <a:buClr>
                <a:srgbClr val="006699"/>
              </a:buClr>
              <a:buSzPct val="150000"/>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F59390"/>
              </a:buClr>
              <a:buSzPct val="150000"/>
              <a:buFont typeface="Arial" panose="020B0604020202020204" pitchFamily="34" charset="0"/>
              <a:buChar char="•"/>
            </a:pPr>
            <a:r>
              <a:rPr lang="en-US" sz="1200" dirty="0" err="1">
                <a:latin typeface="Comfortaa" panose="020F0303070200060003" pitchFamily="34" charset="0"/>
                <a:ea typeface="Gadugi" panose="020B0502040204020203" pitchFamily="34" charset="0"/>
              </a:rPr>
              <a:t>Pretraitement</a:t>
            </a:r>
            <a:r>
              <a:rPr lang="en-US" sz="1200" dirty="0">
                <a:latin typeface="Comfortaa" panose="020F0303070200060003" pitchFamily="34" charset="0"/>
                <a:ea typeface="Gadugi" panose="020B0502040204020203" pitchFamily="34" charset="0"/>
              </a:rPr>
              <a:t> et preparation des </a:t>
            </a:r>
            <a:r>
              <a:rPr lang="en-US" sz="1200" dirty="0" err="1">
                <a:latin typeface="Comfortaa" panose="020F0303070200060003" pitchFamily="34" charset="0"/>
                <a:ea typeface="Gadugi" panose="020B0502040204020203" pitchFamily="34" charset="0"/>
              </a:rPr>
              <a:t>donnees</a:t>
            </a:r>
            <a:r>
              <a:rPr lang="en-US" sz="1200" dirty="0">
                <a:latin typeface="Comfortaa" panose="020F0303070200060003" pitchFamily="34" charset="0"/>
                <a:ea typeface="Gadugi" panose="020B0502040204020203" pitchFamily="34" charset="0"/>
              </a:rPr>
              <a:t>.</a:t>
            </a:r>
          </a:p>
          <a:p>
            <a:pPr marL="171450" indent="-171450">
              <a:buClr>
                <a:srgbClr val="F59390"/>
              </a:buClr>
              <a:buSzPct val="150000"/>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F59390"/>
              </a:buClr>
              <a:buSzPct val="150000"/>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F59390"/>
              </a:buClr>
              <a:buSzPct val="150000"/>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F59390"/>
              </a:buClr>
              <a:buSzPct val="150000"/>
              <a:buFont typeface="Arial" panose="020B0604020202020204" pitchFamily="34" charset="0"/>
              <a:buChar char="•"/>
            </a:pPr>
            <a:r>
              <a:rPr lang="en-US" sz="1200" dirty="0" err="1">
                <a:latin typeface="Comfortaa" panose="020F0303070200060003" pitchFamily="34" charset="0"/>
                <a:ea typeface="Gadugi" panose="020B0502040204020203" pitchFamily="34" charset="0"/>
              </a:rPr>
              <a:t>Entrainement</a:t>
            </a:r>
            <a:r>
              <a:rPr lang="en-US" sz="1200" dirty="0">
                <a:latin typeface="Comfortaa" panose="020F0303070200060003" pitchFamily="34" charset="0"/>
                <a:ea typeface="Gadugi" panose="020B0502040204020203" pitchFamily="34" charset="0"/>
              </a:rPr>
              <a:t> des models .</a:t>
            </a:r>
          </a:p>
          <a:p>
            <a:pPr marL="171450" indent="-171450">
              <a:buClr>
                <a:srgbClr val="F59390"/>
              </a:buClr>
              <a:buSzPct val="150000"/>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F59390"/>
              </a:buClr>
              <a:buSzPct val="150000"/>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F59390"/>
              </a:buClr>
              <a:buSzPct val="150000"/>
              <a:buFont typeface="Arial" panose="020B0604020202020204" pitchFamily="34" charset="0"/>
              <a:buChar char="•"/>
            </a:pPr>
            <a:r>
              <a:rPr lang="en-US" sz="1200" dirty="0">
                <a:latin typeface="Comfortaa" panose="020F0303070200060003" pitchFamily="34" charset="0"/>
                <a:ea typeface="Gadugi" panose="020B0502040204020203" pitchFamily="34" charset="0"/>
              </a:rPr>
              <a:t>Evaluation et selection du </a:t>
            </a:r>
            <a:r>
              <a:rPr lang="en-US" sz="1200" dirty="0" err="1">
                <a:latin typeface="Comfortaa" panose="020F0303070200060003" pitchFamily="34" charset="0"/>
                <a:ea typeface="Gadugi" panose="020B0502040204020203" pitchFamily="34" charset="0"/>
              </a:rPr>
              <a:t>modele</a:t>
            </a:r>
            <a:r>
              <a:rPr lang="en-US" sz="1200" dirty="0">
                <a:latin typeface="Comfortaa" panose="020F0303070200060003" pitchFamily="34" charset="0"/>
                <a:ea typeface="Gadugi" panose="020B0502040204020203" pitchFamily="34" charset="0"/>
              </a:rPr>
              <a:t>.</a:t>
            </a:r>
          </a:p>
        </p:txBody>
      </p:sp>
      <p:pic>
        <p:nvPicPr>
          <p:cNvPr id="1045" name="Graphic 1044">
            <a:extLst>
              <a:ext uri="{FF2B5EF4-FFF2-40B4-BE49-F238E27FC236}">
                <a16:creationId xmlns:a16="http://schemas.microsoft.com/office/drawing/2014/main" id="{57A1BD66-C4CA-356E-1CF2-C7B2D87EA57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3955" y="1855313"/>
            <a:ext cx="527437" cy="527437"/>
          </a:xfrm>
          <a:prstGeom prst="rect">
            <a:avLst/>
          </a:prstGeom>
        </p:spPr>
      </p:pic>
    </p:spTree>
    <p:extLst>
      <p:ext uri="{BB962C8B-B14F-4D97-AF65-F5344CB8AC3E}">
        <p14:creationId xmlns:p14="http://schemas.microsoft.com/office/powerpoint/2010/main" val="1665000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C3666-B617-C66F-00CF-6A3DAA1E78B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F5116A5-4D64-7740-B58F-63540102B93F}"/>
              </a:ext>
            </a:extLst>
          </p:cNvPr>
          <p:cNvSpPr>
            <a:spLocks noGrp="1"/>
          </p:cNvSpPr>
          <p:nvPr>
            <p:ph type="sldNum" sz="quarter" idx="12"/>
          </p:nvPr>
        </p:nvSpPr>
        <p:spPr/>
        <p:txBody>
          <a:bodyPr/>
          <a:lstStyle/>
          <a:p>
            <a:fld id="{12BB5861-8602-4C7B-8FD3-C437005C3227}" type="slidenum">
              <a:rPr lang="en-US" smtClean="0"/>
              <a:t>3</a:t>
            </a:fld>
            <a:endParaRPr lang="en-US" dirty="0"/>
          </a:p>
        </p:txBody>
      </p:sp>
      <p:sp>
        <p:nvSpPr>
          <p:cNvPr id="6" name="TextBox 5">
            <a:extLst>
              <a:ext uri="{FF2B5EF4-FFF2-40B4-BE49-F238E27FC236}">
                <a16:creationId xmlns:a16="http://schemas.microsoft.com/office/drawing/2014/main" id="{3A7CF11D-CF27-11EE-8BE3-7521E3ECCEB9}"/>
              </a:ext>
            </a:extLst>
          </p:cNvPr>
          <p:cNvSpPr txBox="1"/>
          <p:nvPr/>
        </p:nvSpPr>
        <p:spPr>
          <a:xfrm>
            <a:off x="950976" y="474853"/>
            <a:ext cx="9401556" cy="477054"/>
          </a:xfrm>
          <a:prstGeom prst="rect">
            <a:avLst/>
          </a:prstGeom>
          <a:noFill/>
        </p:spPr>
        <p:txBody>
          <a:bodyPr wrap="square" rtlCol="0">
            <a:spAutoFit/>
          </a:bodyPr>
          <a:lstStyle/>
          <a:p>
            <a:pPr algn="ctr"/>
            <a:r>
              <a:rPr lang="en-US" sz="2500" dirty="0">
                <a:latin typeface="Raleway" pitchFamily="2" charset="0"/>
              </a:rPr>
              <a:t>Planning du presentation : </a:t>
            </a:r>
          </a:p>
        </p:txBody>
      </p:sp>
      <p:sp>
        <p:nvSpPr>
          <p:cNvPr id="38" name="Rectangle 37">
            <a:extLst>
              <a:ext uri="{FF2B5EF4-FFF2-40B4-BE49-F238E27FC236}">
                <a16:creationId xmlns:a16="http://schemas.microsoft.com/office/drawing/2014/main" id="{6F44388F-073C-E4E5-35E6-5D1B79268213}"/>
              </a:ext>
            </a:extLst>
          </p:cNvPr>
          <p:cNvSpPr/>
          <p:nvPr/>
        </p:nvSpPr>
        <p:spPr>
          <a:xfrm>
            <a:off x="2399345" y="5712117"/>
            <a:ext cx="2557044" cy="380095"/>
          </a:xfrm>
          <a:prstGeom prst="rect">
            <a:avLst/>
          </a:prstGeom>
          <a:solidFill>
            <a:srgbClr val="6F7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latin typeface="Quicksand Bold" pitchFamily="50" charset="0"/>
              </a:rPr>
              <a:t>Deploiement</a:t>
            </a:r>
            <a:r>
              <a:rPr lang="en-US" dirty="0">
                <a:latin typeface="Quicksand Bold" pitchFamily="50" charset="0"/>
              </a:rPr>
              <a:t> </a:t>
            </a:r>
          </a:p>
        </p:txBody>
      </p:sp>
      <p:sp>
        <p:nvSpPr>
          <p:cNvPr id="40" name="Rectangle 39">
            <a:extLst>
              <a:ext uri="{FF2B5EF4-FFF2-40B4-BE49-F238E27FC236}">
                <a16:creationId xmlns:a16="http://schemas.microsoft.com/office/drawing/2014/main" id="{F0625109-D26E-FC13-5DAC-9288662B7C3E}"/>
              </a:ext>
            </a:extLst>
          </p:cNvPr>
          <p:cNvSpPr/>
          <p:nvPr/>
        </p:nvSpPr>
        <p:spPr>
          <a:xfrm>
            <a:off x="6465521" y="5750539"/>
            <a:ext cx="2534624" cy="357003"/>
          </a:xfrm>
          <a:prstGeom prst="rect">
            <a:avLst/>
          </a:prstGeom>
          <a:solidFill>
            <a:srgbClr val="C5DE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Quicksand Bold" pitchFamily="50" charset="0"/>
              </a:rPr>
              <a:t>Gestion </a:t>
            </a:r>
            <a:r>
              <a:rPr lang="en-US" dirty="0" err="1">
                <a:latin typeface="Quicksand Bold" pitchFamily="50" charset="0"/>
              </a:rPr>
              <a:t>d’acces</a:t>
            </a:r>
            <a:r>
              <a:rPr lang="en-US" dirty="0"/>
              <a:t>  </a:t>
            </a:r>
          </a:p>
        </p:txBody>
      </p:sp>
      <p:grpSp>
        <p:nvGrpSpPr>
          <p:cNvPr id="49" name="Group 48">
            <a:extLst>
              <a:ext uri="{FF2B5EF4-FFF2-40B4-BE49-F238E27FC236}">
                <a16:creationId xmlns:a16="http://schemas.microsoft.com/office/drawing/2014/main" id="{D291E4C7-EA6F-5AB5-52DB-A83B98A3BC9D}"/>
              </a:ext>
            </a:extLst>
          </p:cNvPr>
          <p:cNvGrpSpPr/>
          <p:nvPr/>
        </p:nvGrpSpPr>
        <p:grpSpPr>
          <a:xfrm>
            <a:off x="6456734" y="1643193"/>
            <a:ext cx="2534624" cy="4464349"/>
            <a:chOff x="424872" y="1066800"/>
            <a:chExt cx="2604655" cy="4724401"/>
          </a:xfrm>
        </p:grpSpPr>
        <p:sp>
          <p:nvSpPr>
            <p:cNvPr id="50" name="Freeform: Shape 49">
              <a:extLst>
                <a:ext uri="{FF2B5EF4-FFF2-40B4-BE49-F238E27FC236}">
                  <a16:creationId xmlns:a16="http://schemas.microsoft.com/office/drawing/2014/main" id="{219874D4-8C1E-B08F-A099-34F2AD9D4B0E}"/>
                </a:ext>
              </a:extLst>
            </p:cNvPr>
            <p:cNvSpPr/>
            <p:nvPr/>
          </p:nvSpPr>
          <p:spPr>
            <a:xfrm>
              <a:off x="424872" y="1727201"/>
              <a:ext cx="2604655" cy="4064000"/>
            </a:xfrm>
            <a:custGeom>
              <a:avLst/>
              <a:gdLst>
                <a:gd name="connsiteX0" fmla="*/ 0 w 2604655"/>
                <a:gd name="connsiteY0" fmla="*/ 0 h 4064000"/>
                <a:gd name="connsiteX1" fmla="*/ 746388 w 2604655"/>
                <a:gd name="connsiteY1" fmla="*/ 0 h 4064000"/>
                <a:gd name="connsiteX2" fmla="*/ 778929 w 2604655"/>
                <a:gd name="connsiteY2" fmla="*/ 104831 h 4064000"/>
                <a:gd name="connsiteX3" fmla="*/ 1302327 w 2604655"/>
                <a:gd name="connsiteY3" fmla="*/ 451762 h 4064000"/>
                <a:gd name="connsiteX4" fmla="*/ 1825725 w 2604655"/>
                <a:gd name="connsiteY4" fmla="*/ 104831 h 4064000"/>
                <a:gd name="connsiteX5" fmla="*/ 1858266 w 2604655"/>
                <a:gd name="connsiteY5" fmla="*/ 0 h 4064000"/>
                <a:gd name="connsiteX6" fmla="*/ 2604655 w 2604655"/>
                <a:gd name="connsiteY6" fmla="*/ 0 h 4064000"/>
                <a:gd name="connsiteX7" fmla="*/ 2604655 w 2604655"/>
                <a:gd name="connsiteY7" fmla="*/ 4064000 h 4064000"/>
                <a:gd name="connsiteX8" fmla="*/ 0 w 2604655"/>
                <a:gd name="connsiteY8" fmla="*/ 406400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655" h="4064000">
                  <a:moveTo>
                    <a:pt x="0" y="0"/>
                  </a:moveTo>
                  <a:lnTo>
                    <a:pt x="746388" y="0"/>
                  </a:lnTo>
                  <a:lnTo>
                    <a:pt x="778929" y="104831"/>
                  </a:lnTo>
                  <a:cubicBezTo>
                    <a:pt x="865162" y="308708"/>
                    <a:pt x="1067039" y="451762"/>
                    <a:pt x="1302327" y="451762"/>
                  </a:cubicBezTo>
                  <a:cubicBezTo>
                    <a:pt x="1537616" y="451762"/>
                    <a:pt x="1739492" y="308708"/>
                    <a:pt x="1825725" y="104831"/>
                  </a:cubicBezTo>
                  <a:lnTo>
                    <a:pt x="1858266" y="0"/>
                  </a:lnTo>
                  <a:lnTo>
                    <a:pt x="2604655" y="0"/>
                  </a:lnTo>
                  <a:lnTo>
                    <a:pt x="2604655" y="4064000"/>
                  </a:lnTo>
                  <a:lnTo>
                    <a:pt x="0" y="4064000"/>
                  </a:lnTo>
                  <a:close/>
                </a:path>
              </a:pathLst>
            </a:custGeom>
            <a:noFill/>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Circle: Hollow 50">
              <a:extLst>
                <a:ext uri="{FF2B5EF4-FFF2-40B4-BE49-F238E27FC236}">
                  <a16:creationId xmlns:a16="http://schemas.microsoft.com/office/drawing/2014/main" id="{865056FD-113A-FA9C-E489-D3E1EFC73D83}"/>
                </a:ext>
              </a:extLst>
            </p:cNvPr>
            <p:cNvSpPr/>
            <p:nvPr/>
          </p:nvSpPr>
          <p:spPr>
            <a:xfrm>
              <a:off x="1228435" y="1066800"/>
              <a:ext cx="997527" cy="997527"/>
            </a:xfrm>
            <a:prstGeom prst="donut">
              <a:avLst>
                <a:gd name="adj" fmla="val 7247"/>
              </a:avLst>
            </a:prstGeom>
            <a:solidFill>
              <a:srgbClr val="C5DE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2" name="Group 51">
            <a:extLst>
              <a:ext uri="{FF2B5EF4-FFF2-40B4-BE49-F238E27FC236}">
                <a16:creationId xmlns:a16="http://schemas.microsoft.com/office/drawing/2014/main" id="{9692525F-E48D-C861-7A71-7B6DBF374733}"/>
              </a:ext>
            </a:extLst>
          </p:cNvPr>
          <p:cNvGrpSpPr/>
          <p:nvPr/>
        </p:nvGrpSpPr>
        <p:grpSpPr>
          <a:xfrm>
            <a:off x="2412978" y="1627863"/>
            <a:ext cx="2534624" cy="4464349"/>
            <a:chOff x="424872" y="1066800"/>
            <a:chExt cx="2604655" cy="4724401"/>
          </a:xfrm>
        </p:grpSpPr>
        <p:sp>
          <p:nvSpPr>
            <p:cNvPr id="53" name="Freeform: Shape 52">
              <a:extLst>
                <a:ext uri="{FF2B5EF4-FFF2-40B4-BE49-F238E27FC236}">
                  <a16:creationId xmlns:a16="http://schemas.microsoft.com/office/drawing/2014/main" id="{27101F6E-94FE-0A13-B8DA-197AA5E25654}"/>
                </a:ext>
              </a:extLst>
            </p:cNvPr>
            <p:cNvSpPr/>
            <p:nvPr/>
          </p:nvSpPr>
          <p:spPr>
            <a:xfrm>
              <a:off x="424872" y="1727201"/>
              <a:ext cx="2604655" cy="4064000"/>
            </a:xfrm>
            <a:custGeom>
              <a:avLst/>
              <a:gdLst>
                <a:gd name="connsiteX0" fmla="*/ 0 w 2604655"/>
                <a:gd name="connsiteY0" fmla="*/ 0 h 4064000"/>
                <a:gd name="connsiteX1" fmla="*/ 746388 w 2604655"/>
                <a:gd name="connsiteY1" fmla="*/ 0 h 4064000"/>
                <a:gd name="connsiteX2" fmla="*/ 778929 w 2604655"/>
                <a:gd name="connsiteY2" fmla="*/ 104831 h 4064000"/>
                <a:gd name="connsiteX3" fmla="*/ 1302327 w 2604655"/>
                <a:gd name="connsiteY3" fmla="*/ 451762 h 4064000"/>
                <a:gd name="connsiteX4" fmla="*/ 1825725 w 2604655"/>
                <a:gd name="connsiteY4" fmla="*/ 104831 h 4064000"/>
                <a:gd name="connsiteX5" fmla="*/ 1858266 w 2604655"/>
                <a:gd name="connsiteY5" fmla="*/ 0 h 4064000"/>
                <a:gd name="connsiteX6" fmla="*/ 2604655 w 2604655"/>
                <a:gd name="connsiteY6" fmla="*/ 0 h 4064000"/>
                <a:gd name="connsiteX7" fmla="*/ 2604655 w 2604655"/>
                <a:gd name="connsiteY7" fmla="*/ 4064000 h 4064000"/>
                <a:gd name="connsiteX8" fmla="*/ 0 w 2604655"/>
                <a:gd name="connsiteY8" fmla="*/ 4064000 h 40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655" h="4064000">
                  <a:moveTo>
                    <a:pt x="0" y="0"/>
                  </a:moveTo>
                  <a:lnTo>
                    <a:pt x="746388" y="0"/>
                  </a:lnTo>
                  <a:lnTo>
                    <a:pt x="778929" y="104831"/>
                  </a:lnTo>
                  <a:cubicBezTo>
                    <a:pt x="865162" y="308708"/>
                    <a:pt x="1067039" y="451762"/>
                    <a:pt x="1302327" y="451762"/>
                  </a:cubicBezTo>
                  <a:cubicBezTo>
                    <a:pt x="1537616" y="451762"/>
                    <a:pt x="1739492" y="308708"/>
                    <a:pt x="1825725" y="104831"/>
                  </a:cubicBezTo>
                  <a:lnTo>
                    <a:pt x="1858266" y="0"/>
                  </a:lnTo>
                  <a:lnTo>
                    <a:pt x="2604655" y="0"/>
                  </a:lnTo>
                  <a:lnTo>
                    <a:pt x="2604655" y="4064000"/>
                  </a:lnTo>
                  <a:lnTo>
                    <a:pt x="0" y="4064000"/>
                  </a:lnTo>
                  <a:close/>
                </a:path>
              </a:pathLst>
            </a:custGeom>
            <a:noFill/>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Circle: Hollow 53">
              <a:extLst>
                <a:ext uri="{FF2B5EF4-FFF2-40B4-BE49-F238E27FC236}">
                  <a16:creationId xmlns:a16="http://schemas.microsoft.com/office/drawing/2014/main" id="{4181F56C-B77F-0B7F-D6C8-B642DFF1879C}"/>
                </a:ext>
              </a:extLst>
            </p:cNvPr>
            <p:cNvSpPr/>
            <p:nvPr/>
          </p:nvSpPr>
          <p:spPr>
            <a:xfrm>
              <a:off x="1228435" y="1066800"/>
              <a:ext cx="997527" cy="997527"/>
            </a:xfrm>
            <a:prstGeom prst="donut">
              <a:avLst>
                <a:gd name="adj" fmla="val 7247"/>
              </a:avLst>
            </a:prstGeom>
            <a:solidFill>
              <a:srgbClr val="6F7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29" name="TextBox 1028">
            <a:extLst>
              <a:ext uri="{FF2B5EF4-FFF2-40B4-BE49-F238E27FC236}">
                <a16:creationId xmlns:a16="http://schemas.microsoft.com/office/drawing/2014/main" id="{4091437E-F4F7-17FE-AC04-00C293B80099}"/>
              </a:ext>
            </a:extLst>
          </p:cNvPr>
          <p:cNvSpPr txBox="1"/>
          <p:nvPr/>
        </p:nvSpPr>
        <p:spPr>
          <a:xfrm>
            <a:off x="2479135" y="2919245"/>
            <a:ext cx="2468467" cy="1938992"/>
          </a:xfrm>
          <a:prstGeom prst="rect">
            <a:avLst/>
          </a:prstGeom>
          <a:noFill/>
        </p:spPr>
        <p:txBody>
          <a:bodyPr wrap="square" rtlCol="0">
            <a:spAutoFit/>
          </a:bodyPr>
          <a:lstStyle/>
          <a:p>
            <a:pPr marL="285750" indent="-285750">
              <a:buClr>
                <a:srgbClr val="6F71D9"/>
              </a:buClr>
              <a:buFont typeface="Arial" panose="020B0604020202020204" pitchFamily="34" charset="0"/>
              <a:buChar char="•"/>
            </a:pPr>
            <a:r>
              <a:rPr lang="en-US" sz="1200" dirty="0" err="1">
                <a:latin typeface="Comfortaa" panose="020F0303070200060003" pitchFamily="34" charset="0"/>
                <a:ea typeface="Gadugi" panose="020B0502040204020203" pitchFamily="34" charset="0"/>
              </a:rPr>
              <a:t>Deploiement</a:t>
            </a:r>
            <a:r>
              <a:rPr lang="en-US" sz="1200" dirty="0">
                <a:latin typeface="Comfortaa" panose="020F0303070200060003" pitchFamily="34" charset="0"/>
                <a:ea typeface="Gadugi" panose="020B0502040204020203" pitchFamily="34" charset="0"/>
              </a:rPr>
              <a:t> du </a:t>
            </a:r>
            <a:r>
              <a:rPr lang="en-US" sz="1200" dirty="0" err="1">
                <a:latin typeface="Comfortaa" panose="020F0303070200060003" pitchFamily="34" charset="0"/>
                <a:ea typeface="Gadugi" panose="020B0502040204020203" pitchFamily="34" charset="0"/>
              </a:rPr>
              <a:t>modele</a:t>
            </a:r>
            <a:r>
              <a:rPr lang="en-US" sz="1200" dirty="0">
                <a:latin typeface="Comfortaa" panose="020F0303070200060003" pitchFamily="34" charset="0"/>
                <a:ea typeface="Gadugi" panose="020B0502040204020203" pitchFamily="34" charset="0"/>
              </a:rPr>
              <a:t> via SageMaker</a:t>
            </a:r>
          </a:p>
          <a:p>
            <a:pPr marL="285750" indent="-285750">
              <a:buClr>
                <a:srgbClr val="6F71D9"/>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171450" indent="-171450">
              <a:buClr>
                <a:srgbClr val="6F71D9"/>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285750" indent="-285750">
              <a:buClr>
                <a:srgbClr val="6F71D9"/>
              </a:buClr>
              <a:buFont typeface="Arial" panose="020B0604020202020204" pitchFamily="34" charset="0"/>
              <a:buChar char="•"/>
            </a:pPr>
            <a:endParaRPr lang="en-US" sz="1200" dirty="0">
              <a:latin typeface="Comfortaa" panose="020F0303070200060003" pitchFamily="34" charset="0"/>
              <a:ea typeface="Gadugi" panose="020B0502040204020203" pitchFamily="34" charset="0"/>
            </a:endParaRPr>
          </a:p>
          <a:p>
            <a:pPr marL="285750" indent="-285750">
              <a:buClr>
                <a:srgbClr val="6F71D9"/>
              </a:buClr>
              <a:buFont typeface="Arial" panose="020B0604020202020204" pitchFamily="34" charset="0"/>
              <a:buChar char="•"/>
            </a:pPr>
            <a:r>
              <a:rPr lang="fr-FR" sz="1200" dirty="0" err="1">
                <a:latin typeface="Comfortaa" panose="020F0303070200060003" pitchFamily="34" charset="0"/>
                <a:ea typeface="Gadugi" panose="020B0502040204020203" pitchFamily="34" charset="0"/>
              </a:rPr>
              <a:t>Deploiement</a:t>
            </a:r>
            <a:r>
              <a:rPr lang="fr-FR" sz="1200" dirty="0">
                <a:latin typeface="Comfortaa" panose="020F0303070200060003" pitchFamily="34" charset="0"/>
                <a:ea typeface="Gadugi" panose="020B0502040204020203" pitchFamily="34" charset="0"/>
              </a:rPr>
              <a:t> du frontend.</a:t>
            </a:r>
          </a:p>
          <a:p>
            <a:pPr marL="171450" indent="-171450">
              <a:buClr>
                <a:srgbClr val="6F71D9"/>
              </a:buClr>
              <a:buFont typeface="Arial" panose="020B0604020202020204" pitchFamily="34" charset="0"/>
              <a:buChar char="•"/>
            </a:pPr>
            <a:endParaRPr lang="fr-FR" sz="1200" dirty="0">
              <a:latin typeface="Comfortaa" panose="020F0303070200060003" pitchFamily="34" charset="0"/>
              <a:ea typeface="Gadugi" panose="020B0502040204020203" pitchFamily="34" charset="0"/>
            </a:endParaRPr>
          </a:p>
          <a:p>
            <a:pPr marL="171450" indent="-171450">
              <a:buClr>
                <a:srgbClr val="6F71D9"/>
              </a:buClr>
              <a:buFont typeface="Arial" panose="020B0604020202020204" pitchFamily="34" charset="0"/>
              <a:buChar char="•"/>
            </a:pPr>
            <a:endParaRPr lang="fr-FR" sz="1200" dirty="0">
              <a:latin typeface="Comfortaa" panose="020F0303070200060003" pitchFamily="34" charset="0"/>
              <a:ea typeface="Gadugi" panose="020B0502040204020203" pitchFamily="34" charset="0"/>
            </a:endParaRPr>
          </a:p>
          <a:p>
            <a:pPr marL="171450" indent="-171450">
              <a:buClr>
                <a:srgbClr val="6F71D9"/>
              </a:buClr>
              <a:buFont typeface="Arial" panose="020B0604020202020204" pitchFamily="34" charset="0"/>
              <a:buChar char="•"/>
            </a:pPr>
            <a:endParaRPr lang="fr-FR" sz="1200" dirty="0">
              <a:latin typeface="Comfortaa" panose="020F0303070200060003" pitchFamily="34" charset="0"/>
              <a:ea typeface="Gadugi" panose="020B0502040204020203" pitchFamily="34" charset="0"/>
            </a:endParaRPr>
          </a:p>
          <a:p>
            <a:pPr marL="285750" indent="-285750">
              <a:buClr>
                <a:srgbClr val="6F71D9"/>
              </a:buClr>
              <a:buFont typeface="Arial" panose="020B0604020202020204" pitchFamily="34" charset="0"/>
              <a:buChar char="•"/>
            </a:pPr>
            <a:r>
              <a:rPr lang="en-US" sz="1200" dirty="0" err="1">
                <a:latin typeface="Comfortaa" panose="020F0303070200060003" pitchFamily="34" charset="0"/>
                <a:ea typeface="Gadugi" panose="020B0502040204020203" pitchFamily="34" charset="0"/>
              </a:rPr>
              <a:t>Automatisation</a:t>
            </a:r>
            <a:r>
              <a:rPr lang="en-US" sz="1200" dirty="0">
                <a:latin typeface="Comfortaa" panose="020F0303070200060003" pitchFamily="34" charset="0"/>
                <a:ea typeface="Gadugi" panose="020B0502040204020203" pitchFamily="34" charset="0"/>
              </a:rPr>
              <a:t> via CI/CD.</a:t>
            </a:r>
          </a:p>
        </p:txBody>
      </p:sp>
      <p:cxnSp>
        <p:nvCxnSpPr>
          <p:cNvPr id="1035" name="Straight Connector 1034">
            <a:extLst>
              <a:ext uri="{FF2B5EF4-FFF2-40B4-BE49-F238E27FC236}">
                <a16:creationId xmlns:a16="http://schemas.microsoft.com/office/drawing/2014/main" id="{B26F9C6A-0D61-F451-00D7-D340AF318CCC}"/>
              </a:ext>
            </a:extLst>
          </p:cNvPr>
          <p:cNvCxnSpPr/>
          <p:nvPr/>
        </p:nvCxnSpPr>
        <p:spPr>
          <a:xfrm>
            <a:off x="3036106" y="1028700"/>
            <a:ext cx="4972514" cy="0"/>
          </a:xfrm>
          <a:prstGeom prst="line">
            <a:avLst/>
          </a:prstGeom>
          <a:ln w="1270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FBF2589A-84C0-0068-8EB5-3BC8A68A9893}"/>
              </a:ext>
            </a:extLst>
          </p:cNvPr>
          <p:cNvCxnSpPr/>
          <p:nvPr/>
        </p:nvCxnSpPr>
        <p:spPr>
          <a:xfrm>
            <a:off x="3044893" y="459613"/>
            <a:ext cx="4972514" cy="0"/>
          </a:xfrm>
          <a:prstGeom prst="line">
            <a:avLst/>
          </a:prstGeom>
          <a:ln w="12700">
            <a:solidFill>
              <a:schemeClr val="tx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48A18D2-4B64-418E-8731-80B70C206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7907" y="1759620"/>
            <a:ext cx="639920" cy="639920"/>
          </a:xfrm>
          <a:prstGeom prst="rect">
            <a:avLst/>
          </a:prstGeom>
        </p:spPr>
      </p:pic>
      <p:sp>
        <p:nvSpPr>
          <p:cNvPr id="12" name="TextBox 11">
            <a:extLst>
              <a:ext uri="{FF2B5EF4-FFF2-40B4-BE49-F238E27FC236}">
                <a16:creationId xmlns:a16="http://schemas.microsoft.com/office/drawing/2014/main" id="{F90B9A90-B800-57BB-F001-2CFF17BA896F}"/>
              </a:ext>
            </a:extLst>
          </p:cNvPr>
          <p:cNvSpPr txBox="1"/>
          <p:nvPr/>
        </p:nvSpPr>
        <p:spPr>
          <a:xfrm>
            <a:off x="6465521" y="3625858"/>
            <a:ext cx="2534624" cy="646331"/>
          </a:xfrm>
          <a:prstGeom prst="rect">
            <a:avLst/>
          </a:prstGeom>
          <a:noFill/>
        </p:spPr>
        <p:txBody>
          <a:bodyPr wrap="square" rtlCol="0">
            <a:spAutoFit/>
          </a:bodyPr>
          <a:lstStyle/>
          <a:p>
            <a:pPr marL="285750" indent="-285750">
              <a:buClr>
                <a:srgbClr val="C5DE82"/>
              </a:buClr>
              <a:buFont typeface="Arial" panose="020B0604020202020204" pitchFamily="34" charset="0"/>
              <a:buChar char="•"/>
            </a:pPr>
            <a:r>
              <a:rPr lang="en-US" sz="1200" dirty="0">
                <a:latin typeface="Comfortaa" panose="020F0303070200060003" pitchFamily="34" charset="0"/>
                <a:ea typeface="Gadugi" panose="020B0502040204020203" pitchFamily="34" charset="0"/>
              </a:rPr>
              <a:t>Gestion </a:t>
            </a:r>
            <a:r>
              <a:rPr lang="en-US" sz="1200" dirty="0" err="1">
                <a:latin typeface="Comfortaa" panose="020F0303070200060003" pitchFamily="34" charset="0"/>
                <a:ea typeface="Gadugi" panose="020B0502040204020203" pitchFamily="34" charset="0"/>
              </a:rPr>
              <a:t>d’acces</a:t>
            </a:r>
            <a:r>
              <a:rPr lang="en-US" sz="1200" dirty="0">
                <a:latin typeface="Comfortaa" panose="020F0303070200060003" pitchFamily="34" charset="0"/>
                <a:ea typeface="Gadugi" panose="020B0502040204020203" pitchFamily="34" charset="0"/>
              </a:rPr>
              <a:t> et communication </a:t>
            </a:r>
            <a:r>
              <a:rPr lang="en-US" sz="1200" dirty="0" err="1">
                <a:latin typeface="Comfortaa" panose="020F0303070200060003" pitchFamily="34" charset="0"/>
                <a:ea typeface="Gadugi" panose="020B0502040204020203" pitchFamily="34" charset="0"/>
              </a:rPr>
              <a:t>securisee</a:t>
            </a:r>
            <a:r>
              <a:rPr lang="en-US" sz="1200" dirty="0">
                <a:latin typeface="Comfortaa" panose="020F0303070200060003" pitchFamily="34" charset="0"/>
                <a:ea typeface="Gadugi" panose="020B0502040204020203" pitchFamily="34" charset="0"/>
              </a:rPr>
              <a:t> entre les services.</a:t>
            </a:r>
          </a:p>
        </p:txBody>
      </p:sp>
      <p:pic>
        <p:nvPicPr>
          <p:cNvPr id="14" name="Graphic 13" descr="User with solid fill">
            <a:extLst>
              <a:ext uri="{FF2B5EF4-FFF2-40B4-BE49-F238E27FC236}">
                <a16:creationId xmlns:a16="http://schemas.microsoft.com/office/drawing/2014/main" id="{497DF783-E77F-310C-10B8-912A19403B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2692" y="1787394"/>
            <a:ext cx="562705" cy="562705"/>
          </a:xfrm>
          <a:prstGeom prst="rect">
            <a:avLst/>
          </a:prstGeom>
        </p:spPr>
      </p:pic>
    </p:spTree>
    <p:extLst>
      <p:ext uri="{BB962C8B-B14F-4D97-AF65-F5344CB8AC3E}">
        <p14:creationId xmlns:p14="http://schemas.microsoft.com/office/powerpoint/2010/main" val="666937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FF3785-5706-4878-0A3A-380D4375FCF7}"/>
              </a:ext>
            </a:extLst>
          </p:cNvPr>
          <p:cNvSpPr>
            <a:spLocks noGrp="1"/>
          </p:cNvSpPr>
          <p:nvPr>
            <p:ph type="sldNum" sz="quarter" idx="12"/>
          </p:nvPr>
        </p:nvSpPr>
        <p:spPr/>
        <p:txBody>
          <a:bodyPr/>
          <a:lstStyle/>
          <a:p>
            <a:fld id="{12BB5861-8602-4C7B-8FD3-C437005C3227}" type="slidenum">
              <a:rPr lang="en-US" smtClean="0"/>
              <a:t>4</a:t>
            </a:fld>
            <a:endParaRPr lang="en-US" dirty="0"/>
          </a:p>
        </p:txBody>
      </p:sp>
      <p:sp>
        <p:nvSpPr>
          <p:cNvPr id="3" name="Parallelogram 2">
            <a:extLst>
              <a:ext uri="{FF2B5EF4-FFF2-40B4-BE49-F238E27FC236}">
                <a16:creationId xmlns:a16="http://schemas.microsoft.com/office/drawing/2014/main" id="{5CD84F20-96C3-60B2-F8BF-686561C06838}"/>
              </a:ext>
            </a:extLst>
          </p:cNvPr>
          <p:cNvSpPr/>
          <p:nvPr/>
        </p:nvSpPr>
        <p:spPr>
          <a:xfrm>
            <a:off x="76200" y="0"/>
            <a:ext cx="5707380" cy="6858000"/>
          </a:xfrm>
          <a:prstGeom prst="parallelogram">
            <a:avLst/>
          </a:prstGeom>
          <a:blipFill>
            <a:blip r:embed="rId2">
              <a:duotone>
                <a:prstClr val="black"/>
                <a:srgbClr val="DE3163">
                  <a:tint val="45000"/>
                  <a:satMod val="400000"/>
                </a:srgbClr>
              </a:duotone>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tretch>
              <a:fillRect/>
            </a:stretch>
          </a:blipFill>
          <a:ln>
            <a:noFill/>
          </a:ln>
          <a:effectLst>
            <a:outerShdw blurRad="254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356C2E6-6AD0-FDAB-19B5-855D0F68F35F}"/>
              </a:ext>
            </a:extLst>
          </p:cNvPr>
          <p:cNvSpPr txBox="1"/>
          <p:nvPr/>
        </p:nvSpPr>
        <p:spPr>
          <a:xfrm>
            <a:off x="6096000" y="2295525"/>
            <a:ext cx="5083042" cy="861774"/>
          </a:xfrm>
          <a:prstGeom prst="rect">
            <a:avLst/>
          </a:prstGeom>
          <a:noFill/>
        </p:spPr>
        <p:txBody>
          <a:bodyPr wrap="square" rtlCol="0">
            <a:spAutoFit/>
          </a:bodyPr>
          <a:lstStyle/>
          <a:p>
            <a:r>
              <a:rPr lang="en-US" sz="5000" dirty="0">
                <a:solidFill>
                  <a:srgbClr val="DE3163"/>
                </a:solidFill>
                <a:latin typeface="Bookman Old Style" panose="02050604050505020204" pitchFamily="18" charset="0"/>
              </a:rPr>
              <a:t>Introduction</a:t>
            </a:r>
            <a:r>
              <a:rPr lang="en-US" sz="5000" dirty="0">
                <a:solidFill>
                  <a:srgbClr val="DE3163"/>
                </a:solidFill>
              </a:rPr>
              <a:t> : </a:t>
            </a:r>
          </a:p>
        </p:txBody>
      </p:sp>
      <p:pic>
        <p:nvPicPr>
          <p:cNvPr id="6" name="Graphic 5" descr="Question mark with solid fill">
            <a:extLst>
              <a:ext uri="{FF2B5EF4-FFF2-40B4-BE49-F238E27FC236}">
                <a16:creationId xmlns:a16="http://schemas.microsoft.com/office/drawing/2014/main" id="{C0950A2E-30B9-8243-66B9-E6EE4CE8CB8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08059" y="3473731"/>
            <a:ext cx="1693065" cy="1693065"/>
          </a:xfrm>
          <a:prstGeom prst="rect">
            <a:avLst/>
          </a:prstGeom>
        </p:spPr>
      </p:pic>
    </p:spTree>
    <p:extLst>
      <p:ext uri="{BB962C8B-B14F-4D97-AF65-F5344CB8AC3E}">
        <p14:creationId xmlns:p14="http://schemas.microsoft.com/office/powerpoint/2010/main" val="395939763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1AAE0-DC0F-4D62-FA1A-CC31B5D7D28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50A687-B5CF-4264-EE03-DD33F94E9825}"/>
              </a:ext>
            </a:extLst>
          </p:cNvPr>
          <p:cNvSpPr>
            <a:spLocks noGrp="1"/>
          </p:cNvSpPr>
          <p:nvPr>
            <p:ph type="sldNum" sz="quarter" idx="12"/>
          </p:nvPr>
        </p:nvSpPr>
        <p:spPr/>
        <p:txBody>
          <a:bodyPr/>
          <a:lstStyle/>
          <a:p>
            <a:fld id="{12BB5861-8602-4C7B-8FD3-C437005C3227}" type="slidenum">
              <a:rPr lang="en-US" smtClean="0"/>
              <a:t>5</a:t>
            </a:fld>
            <a:endParaRPr lang="en-US" dirty="0"/>
          </a:p>
        </p:txBody>
      </p:sp>
      <p:sp>
        <p:nvSpPr>
          <p:cNvPr id="4" name="Rectangle 3">
            <a:extLst>
              <a:ext uri="{FF2B5EF4-FFF2-40B4-BE49-F238E27FC236}">
                <a16:creationId xmlns:a16="http://schemas.microsoft.com/office/drawing/2014/main" id="{5AD19346-8219-72CB-FD92-22FAE65F3B21}"/>
              </a:ext>
            </a:extLst>
          </p:cNvPr>
          <p:cNvSpPr/>
          <p:nvPr/>
        </p:nvSpPr>
        <p:spPr>
          <a:xfrm>
            <a:off x="0" y="-125412"/>
            <a:ext cx="12192000" cy="839788"/>
          </a:xfrm>
          <a:prstGeom prst="rect">
            <a:avLst/>
          </a:prstGeom>
          <a:solidFill>
            <a:srgbClr val="DE3163"/>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Introduction  :  Comprehension du </a:t>
            </a:r>
            <a:r>
              <a:rPr lang="en-US" dirty="0" err="1"/>
              <a:t>probleme</a:t>
            </a:r>
            <a:r>
              <a:rPr lang="en-US" dirty="0"/>
              <a:t> </a:t>
            </a:r>
          </a:p>
        </p:txBody>
      </p:sp>
      <p:sp>
        <p:nvSpPr>
          <p:cNvPr id="7" name="TextBox 6">
            <a:extLst>
              <a:ext uri="{FF2B5EF4-FFF2-40B4-BE49-F238E27FC236}">
                <a16:creationId xmlns:a16="http://schemas.microsoft.com/office/drawing/2014/main" id="{9847B7A5-0605-CFF2-5DF6-BEC43E0B9209}"/>
              </a:ext>
            </a:extLst>
          </p:cNvPr>
          <p:cNvSpPr txBox="1"/>
          <p:nvPr/>
        </p:nvSpPr>
        <p:spPr>
          <a:xfrm>
            <a:off x="561975" y="1162050"/>
            <a:ext cx="5743575" cy="704850"/>
          </a:xfrm>
          <a:prstGeom prst="rect">
            <a:avLst/>
          </a:prstGeom>
          <a:noFill/>
        </p:spPr>
        <p:txBody>
          <a:bodyPr wrap="square" rtlCol="0">
            <a:spAutoFit/>
          </a:bodyPr>
          <a:lstStyle/>
          <a:p>
            <a:endParaRPr lang="en-US" dirty="0"/>
          </a:p>
        </p:txBody>
      </p:sp>
      <p:sp>
        <p:nvSpPr>
          <p:cNvPr id="8" name="TextBox 7">
            <a:extLst>
              <a:ext uri="{FF2B5EF4-FFF2-40B4-BE49-F238E27FC236}">
                <a16:creationId xmlns:a16="http://schemas.microsoft.com/office/drawing/2014/main" id="{1C494D6B-2D9B-0FFB-7989-C1DE8683ECDD}"/>
              </a:ext>
            </a:extLst>
          </p:cNvPr>
          <p:cNvSpPr txBox="1"/>
          <p:nvPr/>
        </p:nvSpPr>
        <p:spPr>
          <a:xfrm>
            <a:off x="942976" y="1162050"/>
            <a:ext cx="6734174" cy="553998"/>
          </a:xfrm>
          <a:prstGeom prst="rect">
            <a:avLst/>
          </a:prstGeom>
          <a:noFill/>
        </p:spPr>
        <p:txBody>
          <a:bodyPr wrap="square" rtlCol="0">
            <a:spAutoFit/>
          </a:bodyPr>
          <a:lstStyle/>
          <a:p>
            <a:r>
              <a:rPr lang="en-US" sz="3000" dirty="0">
                <a:solidFill>
                  <a:srgbClr val="020A52"/>
                </a:solidFill>
                <a:latin typeface="Garamond" panose="02020404030301010803" pitchFamily="18" charset="0"/>
                <a:cs typeface="Cascadia Code" panose="020B0609020000020004" pitchFamily="49" charset="0"/>
              </a:rPr>
              <a:t>Comprehension du </a:t>
            </a:r>
            <a:r>
              <a:rPr lang="en-US" sz="3000" dirty="0" err="1">
                <a:solidFill>
                  <a:srgbClr val="020A52"/>
                </a:solidFill>
                <a:latin typeface="Garamond" panose="02020404030301010803" pitchFamily="18" charset="0"/>
                <a:cs typeface="Cascadia Code" panose="020B0609020000020004" pitchFamily="49" charset="0"/>
              </a:rPr>
              <a:t>Probleme</a:t>
            </a:r>
            <a:r>
              <a:rPr lang="en-US" sz="3000" dirty="0">
                <a:solidFill>
                  <a:srgbClr val="020A52"/>
                </a:solidFill>
                <a:latin typeface="Garamond" panose="02020404030301010803" pitchFamily="18" charset="0"/>
                <a:cs typeface="Cascadia Code" panose="020B0609020000020004" pitchFamily="49" charset="0"/>
              </a:rPr>
              <a:t>  : </a:t>
            </a:r>
          </a:p>
        </p:txBody>
      </p:sp>
      <p:sp>
        <p:nvSpPr>
          <p:cNvPr id="9" name="TextBox 8">
            <a:extLst>
              <a:ext uri="{FF2B5EF4-FFF2-40B4-BE49-F238E27FC236}">
                <a16:creationId xmlns:a16="http://schemas.microsoft.com/office/drawing/2014/main" id="{3133F870-15E6-DF0C-1902-543BA0FB1237}"/>
              </a:ext>
            </a:extLst>
          </p:cNvPr>
          <p:cNvSpPr txBox="1"/>
          <p:nvPr/>
        </p:nvSpPr>
        <p:spPr>
          <a:xfrm>
            <a:off x="561973" y="1945242"/>
            <a:ext cx="4752975" cy="369332"/>
          </a:xfrm>
          <a:prstGeom prst="rect">
            <a:avLst/>
          </a:prstGeom>
          <a:noFill/>
        </p:spPr>
        <p:txBody>
          <a:bodyPr wrap="square" rtlCol="0">
            <a:spAutoFit/>
          </a:bodyPr>
          <a:lstStyle/>
          <a:p>
            <a:r>
              <a:rPr lang="en-US" b="1" dirty="0">
                <a:solidFill>
                  <a:srgbClr val="FF0066"/>
                </a:solidFill>
                <a:effectLst>
                  <a:outerShdw blurRad="38100" dist="38100" dir="2700000" algn="tl">
                    <a:srgbClr val="000000">
                      <a:alpha val="43137"/>
                    </a:srgbClr>
                  </a:outerShdw>
                </a:effectLst>
                <a:latin typeface="Neon 80s" panose="02010500000200060000" pitchFamily="2" charset="0"/>
              </a:rPr>
              <a:t>1. </a:t>
            </a:r>
            <a:r>
              <a:rPr lang="en-US" b="1" dirty="0" err="1">
                <a:solidFill>
                  <a:srgbClr val="FF0066"/>
                </a:solidFill>
                <a:effectLst>
                  <a:outerShdw blurRad="38100" dist="38100" dir="2700000" algn="tl">
                    <a:srgbClr val="000000">
                      <a:alpha val="43137"/>
                    </a:srgbClr>
                  </a:outerShdw>
                </a:effectLst>
                <a:latin typeface="Neon 80s" panose="02010500000200060000" pitchFamily="2" charset="0"/>
              </a:rPr>
              <a:t>Qu’est-ce</a:t>
            </a:r>
            <a:r>
              <a:rPr lang="en-US" b="1" dirty="0">
                <a:solidFill>
                  <a:srgbClr val="FF0066"/>
                </a:solidFill>
                <a:effectLst>
                  <a:outerShdw blurRad="38100" dist="38100" dir="2700000" algn="tl">
                    <a:srgbClr val="000000">
                      <a:alpha val="43137"/>
                    </a:srgbClr>
                  </a:outerShdw>
                </a:effectLst>
                <a:latin typeface="Neon 80s" panose="02010500000200060000" pitchFamily="2" charset="0"/>
              </a:rPr>
              <a:t> </a:t>
            </a:r>
            <a:r>
              <a:rPr lang="en-US" b="1" dirty="0" err="1">
                <a:solidFill>
                  <a:srgbClr val="FF0066"/>
                </a:solidFill>
                <a:effectLst>
                  <a:outerShdw blurRad="38100" dist="38100" dir="2700000" algn="tl">
                    <a:srgbClr val="000000">
                      <a:alpha val="43137"/>
                    </a:srgbClr>
                  </a:outerShdw>
                </a:effectLst>
                <a:latin typeface="Neon 80s" panose="02010500000200060000" pitchFamily="2" charset="0"/>
              </a:rPr>
              <a:t>qu’une</a:t>
            </a:r>
            <a:r>
              <a:rPr lang="en-US" b="1" dirty="0">
                <a:solidFill>
                  <a:srgbClr val="FF0066"/>
                </a:solidFill>
                <a:effectLst>
                  <a:outerShdw blurRad="38100" dist="38100" dir="2700000" algn="tl">
                    <a:srgbClr val="000000">
                      <a:alpha val="43137"/>
                    </a:srgbClr>
                  </a:outerShdw>
                </a:effectLst>
                <a:latin typeface="Neon 80s" panose="02010500000200060000" pitchFamily="2" charset="0"/>
              </a:rPr>
              <a:t> fake news ?</a:t>
            </a:r>
          </a:p>
        </p:txBody>
      </p:sp>
      <p:sp>
        <p:nvSpPr>
          <p:cNvPr id="15" name="TextBox 14">
            <a:extLst>
              <a:ext uri="{FF2B5EF4-FFF2-40B4-BE49-F238E27FC236}">
                <a16:creationId xmlns:a16="http://schemas.microsoft.com/office/drawing/2014/main" id="{C2B7BE5D-B520-3181-7014-185FF80B28A5}"/>
              </a:ext>
            </a:extLst>
          </p:cNvPr>
          <p:cNvSpPr txBox="1"/>
          <p:nvPr/>
        </p:nvSpPr>
        <p:spPr>
          <a:xfrm>
            <a:off x="803237" y="2392916"/>
            <a:ext cx="4371975" cy="1569660"/>
          </a:xfrm>
          <a:prstGeom prst="rect">
            <a:avLst/>
          </a:prstGeom>
          <a:noFill/>
        </p:spPr>
        <p:txBody>
          <a:bodyPr wrap="square" rtlCol="0">
            <a:spAutoFit/>
          </a:bodyPr>
          <a:lstStyle/>
          <a:p>
            <a:r>
              <a:rPr lang="fr-FR" sz="1600" dirty="0">
                <a:latin typeface="Century Gothic" panose="020B0502020202020204" pitchFamily="34" charset="0"/>
                <a:cs typeface="Arial" panose="020B0604020202020204" pitchFamily="34" charset="0"/>
              </a:rPr>
              <a:t>Une fake news est une information fausse ou trompeuse diffusée volontairement ou involontairement. Elle peut viser à manipuler l’opinion, attirer de l’audience</a:t>
            </a:r>
            <a:r>
              <a:rPr lang="fr-FR" sz="1600" i="1" dirty="0">
                <a:latin typeface="Goudy Old Style" panose="02020502050305020303" pitchFamily="18" charset="0"/>
                <a:cs typeface="Arial" panose="020B0604020202020204" pitchFamily="34" charset="0"/>
              </a:rPr>
              <a:t> </a:t>
            </a:r>
            <a:r>
              <a:rPr lang="fr-FR" sz="1600" i="1" dirty="0">
                <a:solidFill>
                  <a:schemeClr val="bg2">
                    <a:lumMod val="50000"/>
                  </a:schemeClr>
                </a:solidFill>
                <a:latin typeface="Goudy Old Style" panose="02020502050305020303" pitchFamily="18" charset="0"/>
                <a:cs typeface="Arial" panose="020B0604020202020204" pitchFamily="34" charset="0"/>
              </a:rPr>
              <a:t>(</a:t>
            </a:r>
            <a:r>
              <a:rPr lang="fr-FR" sz="1600" i="1" dirty="0" err="1">
                <a:solidFill>
                  <a:schemeClr val="bg2">
                    <a:lumMod val="50000"/>
                  </a:schemeClr>
                </a:solidFill>
                <a:latin typeface="Goudy Old Style" panose="02020502050305020303" pitchFamily="18" charset="0"/>
                <a:cs typeface="Arial" panose="020B0604020202020204" pitchFamily="34" charset="0"/>
              </a:rPr>
              <a:t>clickbait</a:t>
            </a:r>
            <a:r>
              <a:rPr lang="fr-FR" sz="1600" i="1" dirty="0">
                <a:solidFill>
                  <a:schemeClr val="bg2">
                    <a:lumMod val="50000"/>
                  </a:schemeClr>
                </a:solidFill>
                <a:latin typeface="Goudy Old Style" panose="02020502050305020303" pitchFamily="18" charset="0"/>
                <a:cs typeface="Arial" panose="020B0604020202020204" pitchFamily="34" charset="0"/>
              </a:rPr>
              <a:t>)</a:t>
            </a:r>
            <a:r>
              <a:rPr lang="fr-FR" sz="1600" dirty="0">
                <a:latin typeface="Century Gothic" panose="020B0502020202020204" pitchFamily="34" charset="0"/>
                <a:cs typeface="Arial" panose="020B0604020202020204" pitchFamily="34" charset="0"/>
              </a:rPr>
              <a:t>, ou influencer un événement </a:t>
            </a:r>
            <a:r>
              <a:rPr lang="fr-FR" sz="1600" i="1" dirty="0">
                <a:solidFill>
                  <a:schemeClr val="bg2">
                    <a:lumMod val="50000"/>
                  </a:schemeClr>
                </a:solidFill>
                <a:latin typeface="Goudy Old Style" panose="02020502050305020303" pitchFamily="18" charset="0"/>
                <a:cs typeface="Arial" panose="020B0604020202020204" pitchFamily="34" charset="0"/>
              </a:rPr>
              <a:t>(politique, santé…). </a:t>
            </a:r>
            <a:endParaRPr lang="en-US" sz="1600" i="1" dirty="0">
              <a:solidFill>
                <a:schemeClr val="bg2">
                  <a:lumMod val="50000"/>
                </a:schemeClr>
              </a:solidFill>
              <a:latin typeface="Goudy Old Style" panose="02020502050305020303" pitchFamily="18" charset="0"/>
              <a:cs typeface="Arial" panose="020B0604020202020204" pitchFamily="34" charset="0"/>
            </a:endParaRPr>
          </a:p>
        </p:txBody>
      </p:sp>
      <p:sp>
        <p:nvSpPr>
          <p:cNvPr id="16" name="TextBox 15">
            <a:extLst>
              <a:ext uri="{FF2B5EF4-FFF2-40B4-BE49-F238E27FC236}">
                <a16:creationId xmlns:a16="http://schemas.microsoft.com/office/drawing/2014/main" id="{4C68C91C-3019-4B76-25D3-4DA57348C472}"/>
              </a:ext>
            </a:extLst>
          </p:cNvPr>
          <p:cNvSpPr txBox="1"/>
          <p:nvPr/>
        </p:nvSpPr>
        <p:spPr>
          <a:xfrm>
            <a:off x="422237" y="4174095"/>
            <a:ext cx="4752975" cy="369332"/>
          </a:xfrm>
          <a:prstGeom prst="rect">
            <a:avLst/>
          </a:prstGeom>
          <a:noFill/>
        </p:spPr>
        <p:txBody>
          <a:bodyPr wrap="square" rtlCol="0">
            <a:spAutoFit/>
          </a:bodyPr>
          <a:lstStyle/>
          <a:p>
            <a:r>
              <a:rPr lang="en-US" b="1" dirty="0">
                <a:solidFill>
                  <a:srgbClr val="FF0066"/>
                </a:solidFill>
                <a:effectLst>
                  <a:outerShdw blurRad="38100" dist="38100" dir="2700000" algn="tl">
                    <a:srgbClr val="000000">
                      <a:alpha val="43137"/>
                    </a:srgbClr>
                  </a:outerShdw>
                </a:effectLst>
                <a:latin typeface="Neon 80s" panose="02010500000200060000" pitchFamily="2" charset="0"/>
              </a:rPr>
              <a:t>2 . Les types de fake news :</a:t>
            </a:r>
          </a:p>
        </p:txBody>
      </p:sp>
      <p:sp>
        <p:nvSpPr>
          <p:cNvPr id="20" name="TextBox 19">
            <a:extLst>
              <a:ext uri="{FF2B5EF4-FFF2-40B4-BE49-F238E27FC236}">
                <a16:creationId xmlns:a16="http://schemas.microsoft.com/office/drawing/2014/main" id="{7BAADAAB-AB79-AAA6-486C-E1A2F339C3B5}"/>
              </a:ext>
            </a:extLst>
          </p:cNvPr>
          <p:cNvSpPr txBox="1"/>
          <p:nvPr/>
        </p:nvSpPr>
        <p:spPr>
          <a:xfrm>
            <a:off x="700493" y="4621769"/>
            <a:ext cx="6040775" cy="1569660"/>
          </a:xfrm>
          <a:prstGeom prst="rect">
            <a:avLst/>
          </a:prstGeom>
          <a:noFill/>
        </p:spPr>
        <p:txBody>
          <a:bodyPr wrap="square">
            <a:spAutoFit/>
          </a:bodyPr>
          <a:lstStyle/>
          <a:p>
            <a:pPr marL="285750" indent="-285750">
              <a:buClr>
                <a:srgbClr val="009999"/>
              </a:buClr>
              <a:buFont typeface="Arial" panose="020B0604020202020204" pitchFamily="34" charset="0"/>
              <a:buChar char="•"/>
            </a:pPr>
            <a:r>
              <a:rPr lang="fr-FR" sz="1600" dirty="0">
                <a:latin typeface="Century Gothic" panose="020B0502020202020204" pitchFamily="34" charset="0"/>
              </a:rPr>
              <a:t>Fake news politiques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Fake news dans la santé (vaccins, maladies…)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Fake news économiques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Fake news sociales (rumeurs, scandales inventés)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Contenus manipulés : </a:t>
            </a:r>
            <a:r>
              <a:rPr lang="fr-FR" sz="1600" i="1" dirty="0">
                <a:solidFill>
                  <a:schemeClr val="bg2">
                    <a:lumMod val="25000"/>
                  </a:schemeClr>
                </a:solidFill>
                <a:latin typeface="Goudy Old Style" panose="02020502050305020303" pitchFamily="18" charset="0"/>
              </a:rPr>
              <a:t>titres trompeurs, images modifiées, vidéos montées</a:t>
            </a:r>
            <a:endParaRPr lang="en-US" sz="1600" i="1" dirty="0">
              <a:solidFill>
                <a:schemeClr val="bg2">
                  <a:lumMod val="25000"/>
                </a:schemeClr>
              </a:solidFill>
              <a:latin typeface="Goudy Old Style" panose="02020502050305020303" pitchFamily="18" charset="0"/>
            </a:endParaRPr>
          </a:p>
        </p:txBody>
      </p:sp>
      <p:pic>
        <p:nvPicPr>
          <p:cNvPr id="22" name="Picture 21">
            <a:extLst>
              <a:ext uri="{FF2B5EF4-FFF2-40B4-BE49-F238E27FC236}">
                <a16:creationId xmlns:a16="http://schemas.microsoft.com/office/drawing/2014/main" id="{0E917A59-D70C-0CE2-7466-0BEEB69BB41E}"/>
              </a:ext>
            </a:extLst>
          </p:cNvPr>
          <p:cNvPicPr>
            <a:picLocks noChangeAspect="1"/>
          </p:cNvPicPr>
          <p:nvPr/>
        </p:nvPicPr>
        <p:blipFill>
          <a:blip r:embed="rId2"/>
          <a:stretch>
            <a:fillRect/>
          </a:stretch>
        </p:blipFill>
        <p:spPr>
          <a:xfrm>
            <a:off x="6938969" y="1385458"/>
            <a:ext cx="4014812" cy="3948542"/>
          </a:xfrm>
          <a:prstGeom prst="rect">
            <a:avLst/>
          </a:prstGeom>
          <a:effectLst>
            <a:softEdge rad="31750"/>
          </a:effectLst>
        </p:spPr>
      </p:pic>
    </p:spTree>
    <p:extLst>
      <p:ext uri="{BB962C8B-B14F-4D97-AF65-F5344CB8AC3E}">
        <p14:creationId xmlns:p14="http://schemas.microsoft.com/office/powerpoint/2010/main" val="25513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EB494-19AD-0B00-F5D1-FC89E89F86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2DCBD3-C71E-7767-1252-37CC5C74F249}"/>
              </a:ext>
            </a:extLst>
          </p:cNvPr>
          <p:cNvSpPr>
            <a:spLocks noGrp="1"/>
          </p:cNvSpPr>
          <p:nvPr>
            <p:ph type="sldNum" sz="quarter" idx="12"/>
          </p:nvPr>
        </p:nvSpPr>
        <p:spPr/>
        <p:txBody>
          <a:bodyPr/>
          <a:lstStyle/>
          <a:p>
            <a:fld id="{12BB5861-8602-4C7B-8FD3-C437005C3227}" type="slidenum">
              <a:rPr lang="en-US" smtClean="0"/>
              <a:t>6</a:t>
            </a:fld>
            <a:endParaRPr lang="en-US" dirty="0"/>
          </a:p>
        </p:txBody>
      </p:sp>
      <p:sp>
        <p:nvSpPr>
          <p:cNvPr id="4" name="Rectangle 3">
            <a:extLst>
              <a:ext uri="{FF2B5EF4-FFF2-40B4-BE49-F238E27FC236}">
                <a16:creationId xmlns:a16="http://schemas.microsoft.com/office/drawing/2014/main" id="{7E6A3C26-AD10-FA1B-4620-4607AC7FB8D3}"/>
              </a:ext>
            </a:extLst>
          </p:cNvPr>
          <p:cNvSpPr/>
          <p:nvPr/>
        </p:nvSpPr>
        <p:spPr>
          <a:xfrm>
            <a:off x="0" y="-125412"/>
            <a:ext cx="12192000" cy="839788"/>
          </a:xfrm>
          <a:prstGeom prst="rect">
            <a:avLst/>
          </a:prstGeom>
          <a:solidFill>
            <a:srgbClr val="DE3163"/>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Introduction  :  Comprehension du </a:t>
            </a:r>
            <a:r>
              <a:rPr lang="en-US" dirty="0" err="1"/>
              <a:t>probleme</a:t>
            </a:r>
            <a:r>
              <a:rPr lang="en-US" dirty="0"/>
              <a:t> </a:t>
            </a:r>
          </a:p>
        </p:txBody>
      </p:sp>
      <p:sp>
        <p:nvSpPr>
          <p:cNvPr id="7" name="TextBox 6">
            <a:extLst>
              <a:ext uri="{FF2B5EF4-FFF2-40B4-BE49-F238E27FC236}">
                <a16:creationId xmlns:a16="http://schemas.microsoft.com/office/drawing/2014/main" id="{AA3D23E6-BC5D-3E57-A317-13254457BF60}"/>
              </a:ext>
            </a:extLst>
          </p:cNvPr>
          <p:cNvSpPr txBox="1"/>
          <p:nvPr/>
        </p:nvSpPr>
        <p:spPr>
          <a:xfrm>
            <a:off x="561975" y="1162050"/>
            <a:ext cx="5743575" cy="704850"/>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00ACF2D7-F3DA-F982-D09D-141ABB38727E}"/>
              </a:ext>
            </a:extLst>
          </p:cNvPr>
          <p:cNvSpPr txBox="1"/>
          <p:nvPr/>
        </p:nvSpPr>
        <p:spPr>
          <a:xfrm>
            <a:off x="771525" y="1706150"/>
            <a:ext cx="4752975" cy="369332"/>
          </a:xfrm>
          <a:prstGeom prst="rect">
            <a:avLst/>
          </a:prstGeom>
          <a:noFill/>
        </p:spPr>
        <p:txBody>
          <a:bodyPr wrap="square" rtlCol="0">
            <a:spAutoFit/>
          </a:bodyPr>
          <a:lstStyle/>
          <a:p>
            <a:r>
              <a:rPr lang="en-US" dirty="0">
                <a:solidFill>
                  <a:srgbClr val="FF0066"/>
                </a:solidFill>
                <a:effectLst>
                  <a:outerShdw blurRad="38100" dist="38100" dir="2700000" algn="tl">
                    <a:srgbClr val="000000">
                      <a:alpha val="43137"/>
                    </a:srgbClr>
                  </a:outerShdw>
                </a:effectLst>
                <a:latin typeface="Neon 80s" panose="02010500000200060000" pitchFamily="2" charset="0"/>
              </a:rPr>
              <a:t>3.  Impacts des fake news : </a:t>
            </a:r>
          </a:p>
        </p:txBody>
      </p:sp>
      <p:sp>
        <p:nvSpPr>
          <p:cNvPr id="15" name="TextBox 14">
            <a:extLst>
              <a:ext uri="{FF2B5EF4-FFF2-40B4-BE49-F238E27FC236}">
                <a16:creationId xmlns:a16="http://schemas.microsoft.com/office/drawing/2014/main" id="{53B81700-6D90-E98D-D0D2-CAEBA770C261}"/>
              </a:ext>
            </a:extLst>
          </p:cNvPr>
          <p:cNvSpPr txBox="1"/>
          <p:nvPr/>
        </p:nvSpPr>
        <p:spPr>
          <a:xfrm>
            <a:off x="1076325" y="2474195"/>
            <a:ext cx="4029076" cy="1815882"/>
          </a:xfrm>
          <a:prstGeom prst="rect">
            <a:avLst/>
          </a:prstGeom>
          <a:noFill/>
        </p:spPr>
        <p:txBody>
          <a:bodyPr wrap="square" rtlCol="0">
            <a:spAutoFit/>
          </a:bodyPr>
          <a:lstStyle/>
          <a:p>
            <a:pPr marL="285750" indent="-285750">
              <a:buClr>
                <a:srgbClr val="009999"/>
              </a:buClr>
              <a:buFont typeface="Arial" panose="020B0604020202020204" pitchFamily="34" charset="0"/>
              <a:buChar char="•"/>
            </a:pPr>
            <a:r>
              <a:rPr lang="fr-FR" sz="1600" dirty="0">
                <a:latin typeface="Century Gothic" panose="020B0502020202020204" pitchFamily="34" charset="0"/>
              </a:rPr>
              <a:t>Désinformation du public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Perte de confiance dans les médias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Troubles sociaux ou politiques</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 Impact économique (marchés, entreprises, produits)</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 Propagation rapide via les réseaux sociaux </a:t>
            </a:r>
            <a:endParaRPr lang="en-US" sz="1600" dirty="0">
              <a:latin typeface="Century Gothic" panose="020B0502020202020204" pitchFamily="34" charset="0"/>
            </a:endParaRPr>
          </a:p>
        </p:txBody>
      </p:sp>
      <p:sp>
        <p:nvSpPr>
          <p:cNvPr id="16" name="TextBox 15">
            <a:extLst>
              <a:ext uri="{FF2B5EF4-FFF2-40B4-BE49-F238E27FC236}">
                <a16:creationId xmlns:a16="http://schemas.microsoft.com/office/drawing/2014/main" id="{654EF774-3CD3-F6E3-7EF1-A4555FD8C833}"/>
              </a:ext>
            </a:extLst>
          </p:cNvPr>
          <p:cNvSpPr txBox="1"/>
          <p:nvPr/>
        </p:nvSpPr>
        <p:spPr>
          <a:xfrm>
            <a:off x="6186483" y="1706150"/>
            <a:ext cx="4752975" cy="369332"/>
          </a:xfrm>
          <a:prstGeom prst="rect">
            <a:avLst/>
          </a:prstGeom>
          <a:noFill/>
        </p:spPr>
        <p:txBody>
          <a:bodyPr wrap="square" rtlCol="0">
            <a:spAutoFit/>
          </a:bodyPr>
          <a:lstStyle/>
          <a:p>
            <a:r>
              <a:rPr lang="en-US" dirty="0">
                <a:solidFill>
                  <a:srgbClr val="FF0066"/>
                </a:solidFill>
                <a:effectLst>
                  <a:outerShdw blurRad="38100" dist="38100" dir="2700000" algn="tl">
                    <a:srgbClr val="000000">
                      <a:alpha val="43137"/>
                    </a:srgbClr>
                  </a:outerShdw>
                </a:effectLst>
                <a:latin typeface="Neon 80s" panose="02010500000200060000" pitchFamily="2" charset="0"/>
              </a:rPr>
              <a:t>4. </a:t>
            </a:r>
            <a:r>
              <a:rPr lang="en-US" dirty="0" err="1">
                <a:solidFill>
                  <a:srgbClr val="FF0066"/>
                </a:solidFill>
                <a:effectLst>
                  <a:outerShdw blurRad="38100" dist="38100" dir="2700000" algn="tl">
                    <a:srgbClr val="000000">
                      <a:alpha val="43137"/>
                    </a:srgbClr>
                  </a:outerShdw>
                </a:effectLst>
                <a:latin typeface="Neon 80s" panose="02010500000200060000" pitchFamily="2" charset="0"/>
              </a:rPr>
              <a:t>Difficultés</a:t>
            </a:r>
            <a:r>
              <a:rPr lang="en-US" dirty="0">
                <a:solidFill>
                  <a:srgbClr val="FF0066"/>
                </a:solidFill>
                <a:effectLst>
                  <a:outerShdw blurRad="38100" dist="38100" dir="2700000" algn="tl">
                    <a:srgbClr val="000000">
                      <a:alpha val="43137"/>
                    </a:srgbClr>
                  </a:outerShdw>
                </a:effectLst>
                <a:latin typeface="Neon 80s" panose="02010500000200060000" pitchFamily="2" charset="0"/>
              </a:rPr>
              <a:t> de </a:t>
            </a:r>
            <a:r>
              <a:rPr lang="en-US" dirty="0" err="1">
                <a:solidFill>
                  <a:srgbClr val="FF0066"/>
                </a:solidFill>
                <a:effectLst>
                  <a:outerShdw blurRad="38100" dist="38100" dir="2700000" algn="tl">
                    <a:srgbClr val="000000">
                      <a:alpha val="43137"/>
                    </a:srgbClr>
                  </a:outerShdw>
                </a:effectLst>
                <a:latin typeface="Neon 80s" panose="02010500000200060000" pitchFamily="2" charset="0"/>
              </a:rPr>
              <a:t>détection</a:t>
            </a:r>
            <a:r>
              <a:rPr lang="en-US" dirty="0">
                <a:solidFill>
                  <a:srgbClr val="FF0066"/>
                </a:solidFill>
                <a:effectLst>
                  <a:outerShdw blurRad="38100" dist="38100" dir="2700000" algn="tl">
                    <a:srgbClr val="000000">
                      <a:alpha val="43137"/>
                    </a:srgbClr>
                  </a:outerShdw>
                </a:effectLst>
                <a:latin typeface="Neon 80s" panose="02010500000200060000" pitchFamily="2" charset="0"/>
              </a:rPr>
              <a:t> </a:t>
            </a:r>
          </a:p>
        </p:txBody>
      </p:sp>
      <p:sp>
        <p:nvSpPr>
          <p:cNvPr id="20" name="TextBox 19">
            <a:extLst>
              <a:ext uri="{FF2B5EF4-FFF2-40B4-BE49-F238E27FC236}">
                <a16:creationId xmlns:a16="http://schemas.microsoft.com/office/drawing/2014/main" id="{FCADFEC4-0D8E-3E5B-31C4-5FFC3D9521F5}"/>
              </a:ext>
            </a:extLst>
          </p:cNvPr>
          <p:cNvSpPr txBox="1"/>
          <p:nvPr/>
        </p:nvSpPr>
        <p:spPr>
          <a:xfrm>
            <a:off x="6811085" y="2197196"/>
            <a:ext cx="4910137" cy="2308324"/>
          </a:xfrm>
          <a:prstGeom prst="rect">
            <a:avLst/>
          </a:prstGeom>
          <a:noFill/>
        </p:spPr>
        <p:txBody>
          <a:bodyPr wrap="square">
            <a:spAutoFit/>
          </a:bodyPr>
          <a:lstStyle/>
          <a:p>
            <a:pPr marL="285750" indent="-285750">
              <a:buClr>
                <a:srgbClr val="009999"/>
              </a:buClr>
              <a:buFont typeface="Arial" panose="020B0604020202020204" pitchFamily="34" charset="0"/>
              <a:buChar char="•"/>
            </a:pPr>
            <a:r>
              <a:rPr lang="fr-FR" sz="1600" dirty="0">
                <a:latin typeface="Century Gothic" panose="020B0502020202020204" pitchFamily="34" charset="0"/>
              </a:rPr>
              <a:t>Volume énorme d’informations publiées chaque seconde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Complexité du langage naturel : ironie, sarcasme, double sens </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Multiplicité des formats (texte, images, vidéos)</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Sources très variées et souvent anonymes</a:t>
            </a:r>
          </a:p>
          <a:p>
            <a:pPr marL="285750" indent="-285750">
              <a:buClr>
                <a:srgbClr val="009999"/>
              </a:buClr>
              <a:buFont typeface="Arial" panose="020B0604020202020204" pitchFamily="34" charset="0"/>
              <a:buChar char="•"/>
            </a:pPr>
            <a:r>
              <a:rPr lang="fr-FR" sz="1600" dirty="0">
                <a:latin typeface="Century Gothic" panose="020B0502020202020204" pitchFamily="34" charset="0"/>
              </a:rPr>
              <a:t> Faux contenus de plus en plus réalistes (</a:t>
            </a:r>
            <a:r>
              <a:rPr lang="fr-FR" sz="1600" dirty="0" err="1">
                <a:latin typeface="Century Gothic" panose="020B0502020202020204" pitchFamily="34" charset="0"/>
              </a:rPr>
              <a:t>deepfakes</a:t>
            </a:r>
            <a:r>
              <a:rPr lang="fr-FR" sz="1600" dirty="0">
                <a:latin typeface="Century Gothic" panose="020B0502020202020204" pitchFamily="34" charset="0"/>
              </a:rPr>
              <a:t>) </a:t>
            </a:r>
            <a:endParaRPr lang="en-US" sz="1600" dirty="0">
              <a:latin typeface="Century Gothic" panose="020B0502020202020204" pitchFamily="34" charset="0"/>
            </a:endParaRPr>
          </a:p>
        </p:txBody>
      </p:sp>
      <p:cxnSp>
        <p:nvCxnSpPr>
          <p:cNvPr id="5" name="Straight Connector 4">
            <a:extLst>
              <a:ext uri="{FF2B5EF4-FFF2-40B4-BE49-F238E27FC236}">
                <a16:creationId xmlns:a16="http://schemas.microsoft.com/office/drawing/2014/main" id="{29B79420-C86E-32F2-5660-D5A59BEE9C7B}"/>
              </a:ext>
            </a:extLst>
          </p:cNvPr>
          <p:cNvCxnSpPr>
            <a:cxnSpLocks/>
          </p:cNvCxnSpPr>
          <p:nvPr/>
        </p:nvCxnSpPr>
        <p:spPr>
          <a:xfrm>
            <a:off x="5619750" y="1540720"/>
            <a:ext cx="0" cy="37765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4657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B10F8-D344-3A23-9594-6A6C562EB9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CB4055-3ED9-C5CC-A81B-69F2D5D4F6FA}"/>
              </a:ext>
            </a:extLst>
          </p:cNvPr>
          <p:cNvSpPr>
            <a:spLocks noGrp="1"/>
          </p:cNvSpPr>
          <p:nvPr>
            <p:ph type="sldNum" sz="quarter" idx="12"/>
          </p:nvPr>
        </p:nvSpPr>
        <p:spPr/>
        <p:txBody>
          <a:bodyPr/>
          <a:lstStyle/>
          <a:p>
            <a:fld id="{12BB5861-8602-4C7B-8FD3-C437005C3227}" type="slidenum">
              <a:rPr lang="en-US" smtClean="0"/>
              <a:t>7</a:t>
            </a:fld>
            <a:endParaRPr lang="en-US" dirty="0"/>
          </a:p>
        </p:txBody>
      </p:sp>
      <p:sp>
        <p:nvSpPr>
          <p:cNvPr id="4" name="Rectangle 3">
            <a:extLst>
              <a:ext uri="{FF2B5EF4-FFF2-40B4-BE49-F238E27FC236}">
                <a16:creationId xmlns:a16="http://schemas.microsoft.com/office/drawing/2014/main" id="{6A1DB8FE-7823-3959-6C40-5DEE87675D1F}"/>
              </a:ext>
            </a:extLst>
          </p:cNvPr>
          <p:cNvSpPr/>
          <p:nvPr/>
        </p:nvSpPr>
        <p:spPr>
          <a:xfrm>
            <a:off x="0" y="-125412"/>
            <a:ext cx="12192000" cy="839788"/>
          </a:xfrm>
          <a:prstGeom prst="rect">
            <a:avLst/>
          </a:prstGeom>
          <a:solidFill>
            <a:srgbClr val="DE3163"/>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Introduction  :  </a:t>
            </a:r>
            <a:r>
              <a:rPr lang="en-US" dirty="0" err="1"/>
              <a:t>Pourquoi</a:t>
            </a:r>
            <a:r>
              <a:rPr lang="en-US" dirty="0"/>
              <a:t> </a:t>
            </a:r>
            <a:r>
              <a:rPr lang="en-US" dirty="0" err="1"/>
              <a:t>utiliser</a:t>
            </a:r>
            <a:r>
              <a:rPr lang="en-US" dirty="0"/>
              <a:t> le Cloud Computing ?</a:t>
            </a:r>
          </a:p>
        </p:txBody>
      </p:sp>
      <p:sp>
        <p:nvSpPr>
          <p:cNvPr id="7" name="TextBox 6">
            <a:extLst>
              <a:ext uri="{FF2B5EF4-FFF2-40B4-BE49-F238E27FC236}">
                <a16:creationId xmlns:a16="http://schemas.microsoft.com/office/drawing/2014/main" id="{775EA938-11ED-4C4E-83B1-3FBA10DB55AB}"/>
              </a:ext>
            </a:extLst>
          </p:cNvPr>
          <p:cNvSpPr txBox="1"/>
          <p:nvPr/>
        </p:nvSpPr>
        <p:spPr>
          <a:xfrm>
            <a:off x="561975" y="1162050"/>
            <a:ext cx="5743575" cy="704850"/>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537B35A5-BF84-2846-3CF8-7E3DB15EE5FE}"/>
              </a:ext>
            </a:extLst>
          </p:cNvPr>
          <p:cNvSpPr txBox="1"/>
          <p:nvPr/>
        </p:nvSpPr>
        <p:spPr>
          <a:xfrm>
            <a:off x="2571751" y="828218"/>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Pourquoi</a:t>
            </a:r>
            <a:r>
              <a:rPr lang="en-US" sz="3000" dirty="0">
                <a:solidFill>
                  <a:srgbClr val="020A52"/>
                </a:solidFill>
                <a:latin typeface="Garamond" panose="02020404030301010803" pitchFamily="18" charset="0"/>
                <a:cs typeface="Cascadia Code" panose="020B0609020000020004" pitchFamily="49" charset="0"/>
              </a:rPr>
              <a:t> </a:t>
            </a:r>
            <a:r>
              <a:rPr lang="en-US" sz="3000" dirty="0" err="1">
                <a:solidFill>
                  <a:srgbClr val="020A52"/>
                </a:solidFill>
                <a:latin typeface="Garamond" panose="02020404030301010803" pitchFamily="18" charset="0"/>
                <a:cs typeface="Cascadia Code" panose="020B0609020000020004" pitchFamily="49" charset="0"/>
              </a:rPr>
              <a:t>utiliser</a:t>
            </a:r>
            <a:r>
              <a:rPr lang="en-US" sz="3000" dirty="0">
                <a:solidFill>
                  <a:srgbClr val="020A52"/>
                </a:solidFill>
                <a:latin typeface="Garamond" panose="02020404030301010803" pitchFamily="18" charset="0"/>
                <a:cs typeface="Cascadia Code" panose="020B0609020000020004" pitchFamily="49" charset="0"/>
              </a:rPr>
              <a:t> le Cloud Computing  : </a:t>
            </a:r>
          </a:p>
        </p:txBody>
      </p:sp>
      <p:grpSp>
        <p:nvGrpSpPr>
          <p:cNvPr id="42" name="Group 41">
            <a:extLst>
              <a:ext uri="{FF2B5EF4-FFF2-40B4-BE49-F238E27FC236}">
                <a16:creationId xmlns:a16="http://schemas.microsoft.com/office/drawing/2014/main" id="{192E15AA-8128-ED55-D23F-35F6BD332FA1}"/>
              </a:ext>
            </a:extLst>
          </p:cNvPr>
          <p:cNvGrpSpPr/>
          <p:nvPr/>
        </p:nvGrpSpPr>
        <p:grpSpPr>
          <a:xfrm>
            <a:off x="4893105" y="2915899"/>
            <a:ext cx="2091466" cy="1994236"/>
            <a:chOff x="4657298" y="2653963"/>
            <a:chExt cx="2637047" cy="2616755"/>
          </a:xfrm>
        </p:grpSpPr>
        <p:pic>
          <p:nvPicPr>
            <p:cNvPr id="3076" name="Picture 4" descr="Cloud computing - Free multimedia icons">
              <a:extLst>
                <a:ext uri="{FF2B5EF4-FFF2-40B4-BE49-F238E27FC236}">
                  <a16:creationId xmlns:a16="http://schemas.microsoft.com/office/drawing/2014/main" id="{B5437556-D76F-868F-22DE-F64D2F5CB3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3234172"/>
              <a:ext cx="1424455" cy="1424455"/>
            </a:xfrm>
            <a:prstGeom prst="rect">
              <a:avLst/>
            </a:prstGeom>
            <a:noFill/>
            <a:extLst>
              <a:ext uri="{909E8E84-426E-40DD-AFC4-6F175D3DCCD1}">
                <a14:hiddenFill xmlns:a14="http://schemas.microsoft.com/office/drawing/2010/main">
                  <a:solidFill>
                    <a:srgbClr val="FFFFFF"/>
                  </a:solidFill>
                </a14:hiddenFill>
              </a:ext>
            </a:extLst>
          </p:spPr>
        </p:pic>
        <p:sp>
          <p:nvSpPr>
            <p:cNvPr id="29" name="Freeform: Shape 28">
              <a:extLst>
                <a:ext uri="{FF2B5EF4-FFF2-40B4-BE49-F238E27FC236}">
                  <a16:creationId xmlns:a16="http://schemas.microsoft.com/office/drawing/2014/main" id="{38FEC84A-CF0F-5770-C313-96D1A3846D31}"/>
                </a:ext>
              </a:extLst>
            </p:cNvPr>
            <p:cNvSpPr/>
            <p:nvPr/>
          </p:nvSpPr>
          <p:spPr>
            <a:xfrm>
              <a:off x="6057906" y="2653963"/>
              <a:ext cx="1236439" cy="1216144"/>
            </a:xfrm>
            <a:custGeom>
              <a:avLst/>
              <a:gdLst>
                <a:gd name="connsiteX0" fmla="*/ 0 w 1229160"/>
                <a:gd name="connsiteY0" fmla="*/ 0 h 1229158"/>
                <a:gd name="connsiteX1" fmla="*/ 49158 w 1229160"/>
                <a:gd name="connsiteY1" fmla="*/ 2482 h 1229158"/>
                <a:gd name="connsiteX2" fmla="*/ 1226678 w 1229160"/>
                <a:gd name="connsiteY2" fmla="*/ 1180002 h 1229158"/>
                <a:gd name="connsiteX3" fmla="*/ 1229160 w 1229160"/>
                <a:gd name="connsiteY3" fmla="*/ 1229158 h 1229158"/>
                <a:gd name="connsiteX4" fmla="*/ 1085786 w 1229160"/>
                <a:gd name="connsiteY4" fmla="*/ 1229158 h 1229158"/>
                <a:gd name="connsiteX5" fmla="*/ 1084044 w 1229160"/>
                <a:gd name="connsiteY5" fmla="*/ 1194661 h 1229158"/>
                <a:gd name="connsiteX6" fmla="*/ 34498 w 1229160"/>
                <a:gd name="connsiteY6" fmla="*/ 145115 h 1229158"/>
                <a:gd name="connsiteX7" fmla="*/ 0 w 1229160"/>
                <a:gd name="connsiteY7" fmla="*/ 143373 h 1229158"/>
                <a:gd name="connsiteX8" fmla="*/ 0 w 1229160"/>
                <a:gd name="connsiteY8" fmla="*/ 0 h 12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9160" h="1229158">
                  <a:moveTo>
                    <a:pt x="0" y="0"/>
                  </a:moveTo>
                  <a:lnTo>
                    <a:pt x="49158" y="2482"/>
                  </a:lnTo>
                  <a:cubicBezTo>
                    <a:pt x="670031" y="65535"/>
                    <a:pt x="1163625" y="559129"/>
                    <a:pt x="1226678" y="1180002"/>
                  </a:cubicBezTo>
                  <a:lnTo>
                    <a:pt x="1229160" y="1229158"/>
                  </a:lnTo>
                  <a:lnTo>
                    <a:pt x="1085786" y="1229158"/>
                  </a:lnTo>
                  <a:lnTo>
                    <a:pt x="1084044" y="1194661"/>
                  </a:lnTo>
                  <a:cubicBezTo>
                    <a:pt x="1027844" y="641265"/>
                    <a:pt x="587895" y="201315"/>
                    <a:pt x="34498" y="145115"/>
                  </a:cubicBezTo>
                  <a:lnTo>
                    <a:pt x="0" y="143373"/>
                  </a:lnTo>
                  <a:lnTo>
                    <a:pt x="0" y="0"/>
                  </a:lnTo>
                  <a:close/>
                </a:path>
              </a:pathLst>
            </a:custGeom>
            <a:solidFill>
              <a:srgbClr val="DE3163"/>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8" name="Freeform: Shape 27">
              <a:extLst>
                <a:ext uri="{FF2B5EF4-FFF2-40B4-BE49-F238E27FC236}">
                  <a16:creationId xmlns:a16="http://schemas.microsoft.com/office/drawing/2014/main" id="{DDFD31AE-774E-0938-1CB5-CFBBF724FA0C}"/>
                </a:ext>
              </a:extLst>
            </p:cNvPr>
            <p:cNvSpPr/>
            <p:nvPr/>
          </p:nvSpPr>
          <p:spPr>
            <a:xfrm>
              <a:off x="4657298" y="2653964"/>
              <a:ext cx="1236436" cy="1216145"/>
            </a:xfrm>
            <a:custGeom>
              <a:avLst/>
              <a:gdLst>
                <a:gd name="connsiteX0" fmla="*/ 1229157 w 1229157"/>
                <a:gd name="connsiteY0" fmla="*/ 0 h 1229158"/>
                <a:gd name="connsiteX1" fmla="*/ 1229157 w 1229157"/>
                <a:gd name="connsiteY1" fmla="*/ 143373 h 1229158"/>
                <a:gd name="connsiteX2" fmla="*/ 1194660 w 1229157"/>
                <a:gd name="connsiteY2" fmla="*/ 145115 h 1229158"/>
                <a:gd name="connsiteX3" fmla="*/ 145114 w 1229157"/>
                <a:gd name="connsiteY3" fmla="*/ 1194661 h 1229158"/>
                <a:gd name="connsiteX4" fmla="*/ 143372 w 1229157"/>
                <a:gd name="connsiteY4" fmla="*/ 1229158 h 1229158"/>
                <a:gd name="connsiteX5" fmla="*/ 0 w 1229157"/>
                <a:gd name="connsiteY5" fmla="*/ 1229158 h 1229158"/>
                <a:gd name="connsiteX6" fmla="*/ 2482 w 1229157"/>
                <a:gd name="connsiteY6" fmla="*/ 1180002 h 1229158"/>
                <a:gd name="connsiteX7" fmla="*/ 1180002 w 1229157"/>
                <a:gd name="connsiteY7" fmla="*/ 2482 h 1229158"/>
                <a:gd name="connsiteX8" fmla="*/ 1229157 w 1229157"/>
                <a:gd name="connsiteY8" fmla="*/ 0 h 122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9157" h="1229158">
                  <a:moveTo>
                    <a:pt x="1229157" y="0"/>
                  </a:moveTo>
                  <a:lnTo>
                    <a:pt x="1229157" y="143373"/>
                  </a:lnTo>
                  <a:lnTo>
                    <a:pt x="1194660" y="145115"/>
                  </a:lnTo>
                  <a:cubicBezTo>
                    <a:pt x="641264" y="201315"/>
                    <a:pt x="201314" y="641265"/>
                    <a:pt x="145114" y="1194661"/>
                  </a:cubicBezTo>
                  <a:lnTo>
                    <a:pt x="143372" y="1229158"/>
                  </a:lnTo>
                  <a:lnTo>
                    <a:pt x="0" y="1229158"/>
                  </a:lnTo>
                  <a:lnTo>
                    <a:pt x="2482" y="1180002"/>
                  </a:lnTo>
                  <a:cubicBezTo>
                    <a:pt x="65535" y="559129"/>
                    <a:pt x="559129" y="65535"/>
                    <a:pt x="1180002" y="2482"/>
                  </a:cubicBezTo>
                  <a:lnTo>
                    <a:pt x="1229157" y="0"/>
                  </a:lnTo>
                  <a:close/>
                </a:path>
              </a:pathLst>
            </a:custGeom>
            <a:solidFill>
              <a:srgbClr val="FFC000"/>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2" name="Freeform: Shape 21">
              <a:extLst>
                <a:ext uri="{FF2B5EF4-FFF2-40B4-BE49-F238E27FC236}">
                  <a16:creationId xmlns:a16="http://schemas.microsoft.com/office/drawing/2014/main" id="{09ED0880-590A-F8B0-43C2-03556C47CBEC}"/>
                </a:ext>
              </a:extLst>
            </p:cNvPr>
            <p:cNvSpPr/>
            <p:nvPr/>
          </p:nvSpPr>
          <p:spPr>
            <a:xfrm>
              <a:off x="4657299" y="4054572"/>
              <a:ext cx="1236436" cy="1216145"/>
            </a:xfrm>
            <a:custGeom>
              <a:avLst/>
              <a:gdLst>
                <a:gd name="connsiteX0" fmla="*/ 0 w 1229157"/>
                <a:gd name="connsiteY0" fmla="*/ 0 h 1229159"/>
                <a:gd name="connsiteX1" fmla="*/ 143372 w 1229157"/>
                <a:gd name="connsiteY1" fmla="*/ 0 h 1229159"/>
                <a:gd name="connsiteX2" fmla="*/ 145114 w 1229157"/>
                <a:gd name="connsiteY2" fmla="*/ 34498 h 1229159"/>
                <a:gd name="connsiteX3" fmla="*/ 1194660 w 1229157"/>
                <a:gd name="connsiteY3" fmla="*/ 1084044 h 1229159"/>
                <a:gd name="connsiteX4" fmla="*/ 1229157 w 1229157"/>
                <a:gd name="connsiteY4" fmla="*/ 1085786 h 1229159"/>
                <a:gd name="connsiteX5" fmla="*/ 1229157 w 1229157"/>
                <a:gd name="connsiteY5" fmla="*/ 1229159 h 1229159"/>
                <a:gd name="connsiteX6" fmla="*/ 1180002 w 1229157"/>
                <a:gd name="connsiteY6" fmla="*/ 1226677 h 1229159"/>
                <a:gd name="connsiteX7" fmla="*/ 2482 w 1229157"/>
                <a:gd name="connsiteY7" fmla="*/ 49157 h 1229159"/>
                <a:gd name="connsiteX8" fmla="*/ 0 w 1229157"/>
                <a:gd name="connsiteY8" fmla="*/ 0 h 1229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9157" h="1229159">
                  <a:moveTo>
                    <a:pt x="0" y="0"/>
                  </a:moveTo>
                  <a:lnTo>
                    <a:pt x="143372" y="0"/>
                  </a:lnTo>
                  <a:lnTo>
                    <a:pt x="145114" y="34498"/>
                  </a:lnTo>
                  <a:cubicBezTo>
                    <a:pt x="201314" y="587895"/>
                    <a:pt x="641264" y="1027844"/>
                    <a:pt x="1194660" y="1084044"/>
                  </a:cubicBezTo>
                  <a:lnTo>
                    <a:pt x="1229157" y="1085786"/>
                  </a:lnTo>
                  <a:lnTo>
                    <a:pt x="1229157" y="1229159"/>
                  </a:lnTo>
                  <a:lnTo>
                    <a:pt x="1180002" y="1226677"/>
                  </a:lnTo>
                  <a:cubicBezTo>
                    <a:pt x="559129" y="1163624"/>
                    <a:pt x="65535" y="670030"/>
                    <a:pt x="2482" y="49157"/>
                  </a:cubicBezTo>
                  <a:lnTo>
                    <a:pt x="0" y="0"/>
                  </a:lnTo>
                  <a:close/>
                </a:path>
              </a:pathLst>
            </a:custGeom>
            <a:solidFill>
              <a:srgbClr val="006699"/>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15665F46-4724-F859-5871-A2B7003A9FF5}"/>
                </a:ext>
              </a:extLst>
            </p:cNvPr>
            <p:cNvSpPr/>
            <p:nvPr/>
          </p:nvSpPr>
          <p:spPr>
            <a:xfrm>
              <a:off x="6057906" y="4054572"/>
              <a:ext cx="1236439" cy="1216146"/>
            </a:xfrm>
            <a:custGeom>
              <a:avLst/>
              <a:gdLst>
                <a:gd name="connsiteX0" fmla="*/ 1085786 w 1229160"/>
                <a:gd name="connsiteY0" fmla="*/ 0 h 1229160"/>
                <a:gd name="connsiteX1" fmla="*/ 1229160 w 1229160"/>
                <a:gd name="connsiteY1" fmla="*/ 0 h 1229160"/>
                <a:gd name="connsiteX2" fmla="*/ 1226678 w 1229160"/>
                <a:gd name="connsiteY2" fmla="*/ 49157 h 1229160"/>
                <a:gd name="connsiteX3" fmla="*/ 49158 w 1229160"/>
                <a:gd name="connsiteY3" fmla="*/ 1226677 h 1229160"/>
                <a:gd name="connsiteX4" fmla="*/ 0 w 1229160"/>
                <a:gd name="connsiteY4" fmla="*/ 1229160 h 1229160"/>
                <a:gd name="connsiteX5" fmla="*/ 0 w 1229160"/>
                <a:gd name="connsiteY5" fmla="*/ 1085786 h 1229160"/>
                <a:gd name="connsiteX6" fmla="*/ 34498 w 1229160"/>
                <a:gd name="connsiteY6" fmla="*/ 1084044 h 1229160"/>
                <a:gd name="connsiteX7" fmla="*/ 1084044 w 1229160"/>
                <a:gd name="connsiteY7" fmla="*/ 34498 h 1229160"/>
                <a:gd name="connsiteX8" fmla="*/ 1085786 w 1229160"/>
                <a:gd name="connsiteY8" fmla="*/ 0 h 1229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9160" h="1229160">
                  <a:moveTo>
                    <a:pt x="1085786" y="0"/>
                  </a:moveTo>
                  <a:lnTo>
                    <a:pt x="1229160" y="0"/>
                  </a:lnTo>
                  <a:lnTo>
                    <a:pt x="1226678" y="49157"/>
                  </a:lnTo>
                  <a:cubicBezTo>
                    <a:pt x="1163625" y="670030"/>
                    <a:pt x="670031" y="1163624"/>
                    <a:pt x="49158" y="1226677"/>
                  </a:cubicBezTo>
                  <a:lnTo>
                    <a:pt x="0" y="1229160"/>
                  </a:lnTo>
                  <a:lnTo>
                    <a:pt x="0" y="1085786"/>
                  </a:lnTo>
                  <a:lnTo>
                    <a:pt x="34498" y="1084044"/>
                  </a:lnTo>
                  <a:cubicBezTo>
                    <a:pt x="587895" y="1027844"/>
                    <a:pt x="1027844" y="587895"/>
                    <a:pt x="1084044" y="34498"/>
                  </a:cubicBezTo>
                  <a:lnTo>
                    <a:pt x="1085786" y="0"/>
                  </a:lnTo>
                  <a:close/>
                </a:path>
              </a:pathLst>
            </a:cu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grpSp>
        <p:nvGrpSpPr>
          <p:cNvPr id="44" name="Group 43">
            <a:extLst>
              <a:ext uri="{FF2B5EF4-FFF2-40B4-BE49-F238E27FC236}">
                <a16:creationId xmlns:a16="http://schemas.microsoft.com/office/drawing/2014/main" id="{93A8FF2F-82EC-C6AE-2D2E-2213B757E564}"/>
              </a:ext>
            </a:extLst>
          </p:cNvPr>
          <p:cNvGrpSpPr/>
          <p:nvPr/>
        </p:nvGrpSpPr>
        <p:grpSpPr>
          <a:xfrm>
            <a:off x="195262" y="2028824"/>
            <a:ext cx="3376614" cy="1571626"/>
            <a:chOff x="180975" y="1958326"/>
            <a:chExt cx="3724275" cy="1470674"/>
          </a:xfrm>
        </p:grpSpPr>
        <p:sp>
          <p:nvSpPr>
            <p:cNvPr id="41" name="Rectangle 40">
              <a:extLst>
                <a:ext uri="{FF2B5EF4-FFF2-40B4-BE49-F238E27FC236}">
                  <a16:creationId xmlns:a16="http://schemas.microsoft.com/office/drawing/2014/main" id="{3BE4DF4D-F9AC-F941-BBC7-BF1B1948724C}"/>
                </a:ext>
              </a:extLst>
            </p:cNvPr>
            <p:cNvSpPr/>
            <p:nvPr/>
          </p:nvSpPr>
          <p:spPr>
            <a:xfrm>
              <a:off x="186884" y="1958844"/>
              <a:ext cx="3718366" cy="1470156"/>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fr-FR" b="1" dirty="0">
                <a:solidFill>
                  <a:srgbClr val="FFC000"/>
                </a:solidFill>
              </a:endParaRPr>
            </a:p>
            <a:p>
              <a:pPr marL="742950" lvl="1" indent="-285750">
                <a:buFont typeface="Arial" panose="020B0604020202020204" pitchFamily="34" charset="0"/>
                <a:buChar char="•"/>
              </a:pPr>
              <a:r>
                <a:rPr lang="fr-FR" sz="1400" dirty="0">
                  <a:solidFill>
                    <a:schemeClr val="tx1"/>
                  </a:solidFill>
                  <a:latin typeface="Raleway" pitchFamily="2" charset="0"/>
                </a:rPr>
                <a:t>Stockage massif d’articles, images, vidéos… </a:t>
              </a:r>
            </a:p>
            <a:p>
              <a:pPr marL="742950" lvl="1" indent="-285750">
                <a:buFont typeface="Arial" panose="020B0604020202020204" pitchFamily="34" charset="0"/>
                <a:buChar char="•"/>
              </a:pPr>
              <a:r>
                <a:rPr lang="fr-FR" sz="1400" dirty="0">
                  <a:solidFill>
                    <a:schemeClr val="tx1"/>
                  </a:solidFill>
                  <a:latin typeface="Raleway" pitchFamily="2" charset="0"/>
                </a:rPr>
                <a:t>Pas de limite physique. </a:t>
              </a:r>
            </a:p>
            <a:p>
              <a:pPr marL="742950" lvl="1" indent="-285750">
                <a:buFont typeface="Arial" panose="020B0604020202020204" pitchFamily="34" charset="0"/>
                <a:buChar char="•"/>
              </a:pPr>
              <a:r>
                <a:rPr lang="fr-FR" sz="1400" dirty="0">
                  <a:solidFill>
                    <a:schemeClr val="tx1"/>
                  </a:solidFill>
                  <a:latin typeface="Raleway" pitchFamily="2" charset="0"/>
                </a:rPr>
                <a:t>Adapté à la grande quantité d’informations en ligne.</a:t>
              </a:r>
              <a:endParaRPr lang="en-US" sz="1400" b="1" dirty="0">
                <a:solidFill>
                  <a:schemeClr val="tx1"/>
                </a:solidFill>
                <a:latin typeface="Raleway" pitchFamily="2" charset="0"/>
              </a:endParaRPr>
            </a:p>
          </p:txBody>
        </p:sp>
        <p:sp>
          <p:nvSpPr>
            <p:cNvPr id="43" name="Rectangle 42">
              <a:extLst>
                <a:ext uri="{FF2B5EF4-FFF2-40B4-BE49-F238E27FC236}">
                  <a16:creationId xmlns:a16="http://schemas.microsoft.com/office/drawing/2014/main" id="{09591F8C-D248-C17F-759D-62D3ADB418B5}"/>
                </a:ext>
              </a:extLst>
            </p:cNvPr>
            <p:cNvSpPr/>
            <p:nvPr/>
          </p:nvSpPr>
          <p:spPr>
            <a:xfrm>
              <a:off x="180975" y="1958326"/>
              <a:ext cx="127317" cy="147015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a:extLst>
              <a:ext uri="{FF2B5EF4-FFF2-40B4-BE49-F238E27FC236}">
                <a16:creationId xmlns:a16="http://schemas.microsoft.com/office/drawing/2014/main" id="{ACE5D99F-33FB-E3FD-1B6C-89044A39DDF8}"/>
              </a:ext>
            </a:extLst>
          </p:cNvPr>
          <p:cNvSpPr txBox="1"/>
          <p:nvPr/>
        </p:nvSpPr>
        <p:spPr>
          <a:xfrm>
            <a:off x="62506" y="1420236"/>
            <a:ext cx="3371256" cy="584775"/>
          </a:xfrm>
          <a:prstGeom prst="rect">
            <a:avLst/>
          </a:prstGeom>
          <a:noFill/>
        </p:spPr>
        <p:txBody>
          <a:bodyPr wrap="square">
            <a:spAutoFit/>
          </a:bodyPr>
          <a:lstStyle/>
          <a:p>
            <a:pPr algn="ctr"/>
            <a:r>
              <a:rPr lang="fr-FR" sz="1600" dirty="0">
                <a:solidFill>
                  <a:schemeClr val="accent4">
                    <a:lumMod val="75000"/>
                  </a:schemeClr>
                </a:solidFill>
                <a:latin typeface="Bookman Old Style" panose="02050604050505020204" pitchFamily="18" charset="0"/>
              </a:rPr>
              <a:t>Stockage massif des données (Big Data)</a:t>
            </a:r>
          </a:p>
        </p:txBody>
      </p:sp>
      <p:cxnSp>
        <p:nvCxnSpPr>
          <p:cNvPr id="50" name="Straight Connector 49">
            <a:extLst>
              <a:ext uri="{FF2B5EF4-FFF2-40B4-BE49-F238E27FC236}">
                <a16:creationId xmlns:a16="http://schemas.microsoft.com/office/drawing/2014/main" id="{82B59E1A-5446-2BED-F220-FB6AD6492F41}"/>
              </a:ext>
            </a:extLst>
          </p:cNvPr>
          <p:cNvCxnSpPr>
            <a:cxnSpLocks/>
          </p:cNvCxnSpPr>
          <p:nvPr/>
        </p:nvCxnSpPr>
        <p:spPr>
          <a:xfrm flipH="1" flipV="1">
            <a:off x="3571876" y="2814360"/>
            <a:ext cx="1562100" cy="444289"/>
          </a:xfrm>
          <a:prstGeom prst="line">
            <a:avLst/>
          </a:prstGeom>
        </p:spPr>
        <p:style>
          <a:lnRef idx="3">
            <a:schemeClr val="accent4"/>
          </a:lnRef>
          <a:fillRef idx="0">
            <a:schemeClr val="accent4"/>
          </a:fillRef>
          <a:effectRef idx="2">
            <a:schemeClr val="accent4"/>
          </a:effectRef>
          <a:fontRef idx="minor">
            <a:schemeClr val="tx1"/>
          </a:fontRef>
        </p:style>
      </p:cxnSp>
      <p:grpSp>
        <p:nvGrpSpPr>
          <p:cNvPr id="54" name="Group 53">
            <a:extLst>
              <a:ext uri="{FF2B5EF4-FFF2-40B4-BE49-F238E27FC236}">
                <a16:creationId xmlns:a16="http://schemas.microsoft.com/office/drawing/2014/main" id="{93CA3BDD-4E06-96B9-75C0-2D3D12CE03BA}"/>
              </a:ext>
            </a:extLst>
          </p:cNvPr>
          <p:cNvGrpSpPr/>
          <p:nvPr/>
        </p:nvGrpSpPr>
        <p:grpSpPr>
          <a:xfrm>
            <a:off x="214313" y="4910135"/>
            <a:ext cx="3890960" cy="1300162"/>
            <a:chOff x="180975" y="1958326"/>
            <a:chExt cx="4291579" cy="1216648"/>
          </a:xfrm>
        </p:grpSpPr>
        <p:sp>
          <p:nvSpPr>
            <p:cNvPr id="55" name="Rectangle 54">
              <a:extLst>
                <a:ext uri="{FF2B5EF4-FFF2-40B4-BE49-F238E27FC236}">
                  <a16:creationId xmlns:a16="http://schemas.microsoft.com/office/drawing/2014/main" id="{409A467F-EDA1-2D76-22EF-569F0627D6AC}"/>
                </a:ext>
              </a:extLst>
            </p:cNvPr>
            <p:cNvSpPr/>
            <p:nvPr/>
          </p:nvSpPr>
          <p:spPr>
            <a:xfrm>
              <a:off x="186882" y="1958844"/>
              <a:ext cx="4285672" cy="121613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742950" lvl="1" indent="-285750">
                <a:buFont typeface="Arial" panose="020B0604020202020204" pitchFamily="34" charset="0"/>
                <a:buChar char="•"/>
              </a:pPr>
              <a:r>
                <a:rPr lang="fr-FR" sz="1400" dirty="0">
                  <a:solidFill>
                    <a:schemeClr val="tx1"/>
                  </a:solidFill>
                  <a:latin typeface="Raleway" pitchFamily="2" charset="0"/>
                </a:rPr>
                <a:t>beaucoup de RAM</a:t>
              </a:r>
            </a:p>
            <a:p>
              <a:pPr marL="742950" lvl="1" indent="-285750">
                <a:buFont typeface="Arial" panose="020B0604020202020204" pitchFamily="34" charset="0"/>
                <a:buChar char="•"/>
              </a:pPr>
              <a:r>
                <a:rPr lang="fr-FR" sz="1400" dirty="0">
                  <a:solidFill>
                    <a:schemeClr val="tx1"/>
                  </a:solidFill>
                  <a:latin typeface="Raleway" pitchFamily="2" charset="0"/>
                </a:rPr>
                <a:t> beaucoup de GPU / CPU </a:t>
              </a:r>
            </a:p>
            <a:p>
              <a:pPr marL="742950" lvl="1" indent="-285750">
                <a:buFont typeface="Arial" panose="020B0604020202020204" pitchFamily="34" charset="0"/>
                <a:buChar char="•"/>
              </a:pPr>
              <a:r>
                <a:rPr lang="fr-FR" sz="1400" dirty="0">
                  <a:solidFill>
                    <a:schemeClr val="tx1"/>
                  </a:solidFill>
                  <a:latin typeface="Raleway" pitchFamily="2" charset="0"/>
                </a:rPr>
                <a:t>Le cloud fournit cette puissance facilement, sans acheter de machines coûteuses. </a:t>
              </a:r>
              <a:endParaRPr lang="en-US" sz="1400" dirty="0">
                <a:solidFill>
                  <a:schemeClr val="tx1"/>
                </a:solidFill>
                <a:latin typeface="Raleway" pitchFamily="2" charset="0"/>
              </a:endParaRPr>
            </a:p>
          </p:txBody>
        </p:sp>
        <p:sp>
          <p:nvSpPr>
            <p:cNvPr id="56" name="Rectangle 55">
              <a:extLst>
                <a:ext uri="{FF2B5EF4-FFF2-40B4-BE49-F238E27FC236}">
                  <a16:creationId xmlns:a16="http://schemas.microsoft.com/office/drawing/2014/main" id="{8A75AFF4-9455-6CB8-2E65-C3E068D8D7AD}"/>
                </a:ext>
              </a:extLst>
            </p:cNvPr>
            <p:cNvSpPr/>
            <p:nvPr/>
          </p:nvSpPr>
          <p:spPr>
            <a:xfrm>
              <a:off x="180975" y="1958326"/>
              <a:ext cx="106305" cy="1216130"/>
            </a:xfrm>
            <a:prstGeom prst="rect">
              <a:avLst/>
            </a:prstGeom>
            <a:solidFill>
              <a:srgbClr val="0066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8641FCFE-F207-BB8B-6903-CEFF56413AB4}"/>
              </a:ext>
            </a:extLst>
          </p:cNvPr>
          <p:cNvGrpSpPr/>
          <p:nvPr/>
        </p:nvGrpSpPr>
        <p:grpSpPr>
          <a:xfrm>
            <a:off x="7588963" y="4910134"/>
            <a:ext cx="4419111" cy="1310968"/>
            <a:chOff x="186882" y="1861339"/>
            <a:chExt cx="4285674" cy="1607342"/>
          </a:xfrm>
        </p:grpSpPr>
        <p:sp>
          <p:nvSpPr>
            <p:cNvPr id="58" name="Rectangle 57">
              <a:extLst>
                <a:ext uri="{FF2B5EF4-FFF2-40B4-BE49-F238E27FC236}">
                  <a16:creationId xmlns:a16="http://schemas.microsoft.com/office/drawing/2014/main" id="{91A1E54F-97BF-33ED-0798-F374EAC25001}"/>
                </a:ext>
              </a:extLst>
            </p:cNvPr>
            <p:cNvSpPr/>
            <p:nvPr/>
          </p:nvSpPr>
          <p:spPr>
            <a:xfrm>
              <a:off x="186882" y="1958843"/>
              <a:ext cx="4285672" cy="150983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742950" lvl="1" indent="-285750">
                <a:buFont typeface="Arial" panose="020B0604020202020204" pitchFamily="34" charset="0"/>
                <a:buChar char="•"/>
              </a:pPr>
              <a:r>
                <a:rPr lang="en-US" sz="1400" dirty="0">
                  <a:solidFill>
                    <a:schemeClr val="tx1"/>
                  </a:solidFill>
                  <a:latin typeface="Raleway" pitchFamily="2" charset="0"/>
                </a:rPr>
                <a:t>AWS : S3, EC2, SageMaker </a:t>
              </a:r>
            </a:p>
            <a:p>
              <a:pPr marL="742950" lvl="1" indent="-285750">
                <a:buFont typeface="Arial" panose="020B0604020202020204" pitchFamily="34" charset="0"/>
                <a:buChar char="•"/>
              </a:pPr>
              <a:r>
                <a:rPr lang="en-US" sz="1400" dirty="0">
                  <a:solidFill>
                    <a:schemeClr val="tx1"/>
                  </a:solidFill>
                  <a:latin typeface="Raleway" pitchFamily="2" charset="0"/>
                </a:rPr>
                <a:t>Azure : Blob Storage, VMs, Azure ML </a:t>
              </a:r>
            </a:p>
            <a:p>
              <a:pPr marL="742950" lvl="1" indent="-285750">
                <a:buFont typeface="Arial" panose="020B0604020202020204" pitchFamily="34" charset="0"/>
                <a:buChar char="•"/>
              </a:pPr>
              <a:r>
                <a:rPr lang="en-US" sz="1400" dirty="0">
                  <a:solidFill>
                    <a:schemeClr val="tx1"/>
                  </a:solidFill>
                  <a:latin typeface="Raleway" pitchFamily="2" charset="0"/>
                </a:rPr>
                <a:t>Google Cloud : Cloud Storage, Compute Engine, Vertex </a:t>
              </a:r>
            </a:p>
            <a:p>
              <a:pPr marL="742950" lvl="1" indent="-285750">
                <a:buFont typeface="Arial" panose="020B0604020202020204" pitchFamily="34" charset="0"/>
                <a:buChar char="•"/>
              </a:pPr>
              <a:r>
                <a:rPr lang="en-US" sz="1400" dirty="0">
                  <a:solidFill>
                    <a:schemeClr val="tx1"/>
                  </a:solidFill>
                  <a:latin typeface="Raleway" pitchFamily="2" charset="0"/>
                </a:rPr>
                <a:t>AI IBM Cloud : Watson NLP..</a:t>
              </a:r>
            </a:p>
          </p:txBody>
        </p:sp>
        <p:sp>
          <p:nvSpPr>
            <p:cNvPr id="59" name="Rectangle 58">
              <a:extLst>
                <a:ext uri="{FF2B5EF4-FFF2-40B4-BE49-F238E27FC236}">
                  <a16:creationId xmlns:a16="http://schemas.microsoft.com/office/drawing/2014/main" id="{C590BD9C-AD81-AF77-357F-6CF1FB087747}"/>
                </a:ext>
              </a:extLst>
            </p:cNvPr>
            <p:cNvSpPr/>
            <p:nvPr/>
          </p:nvSpPr>
          <p:spPr>
            <a:xfrm>
              <a:off x="4372158" y="1861339"/>
              <a:ext cx="100398" cy="1607342"/>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0" name="Group 59">
            <a:extLst>
              <a:ext uri="{FF2B5EF4-FFF2-40B4-BE49-F238E27FC236}">
                <a16:creationId xmlns:a16="http://schemas.microsoft.com/office/drawing/2014/main" id="{7F0EF540-766E-1A09-E38C-01E567EA31C3}"/>
              </a:ext>
            </a:extLst>
          </p:cNvPr>
          <p:cNvGrpSpPr/>
          <p:nvPr/>
        </p:nvGrpSpPr>
        <p:grpSpPr>
          <a:xfrm>
            <a:off x="8105778" y="1924626"/>
            <a:ext cx="3885603" cy="1675270"/>
            <a:chOff x="186882" y="1861339"/>
            <a:chExt cx="4285672" cy="1567662"/>
          </a:xfrm>
        </p:grpSpPr>
        <p:sp>
          <p:nvSpPr>
            <p:cNvPr id="61" name="Rectangle 60">
              <a:extLst>
                <a:ext uri="{FF2B5EF4-FFF2-40B4-BE49-F238E27FC236}">
                  <a16:creationId xmlns:a16="http://schemas.microsoft.com/office/drawing/2014/main" id="{44EEB56A-8364-720D-E229-C9FB6D901525}"/>
                </a:ext>
              </a:extLst>
            </p:cNvPr>
            <p:cNvSpPr/>
            <p:nvPr/>
          </p:nvSpPr>
          <p:spPr>
            <a:xfrm>
              <a:off x="186882" y="1958843"/>
              <a:ext cx="4285672" cy="1470158"/>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742950" lvl="1" indent="-285750">
                <a:buFont typeface="Arial" panose="020B0604020202020204" pitchFamily="34" charset="0"/>
                <a:buChar char="•"/>
              </a:pPr>
              <a:r>
                <a:rPr lang="fr-FR" sz="1400" dirty="0">
                  <a:solidFill>
                    <a:schemeClr val="tx1"/>
                  </a:solidFill>
                  <a:latin typeface="Raleway" pitchFamily="2" charset="0"/>
                </a:rPr>
                <a:t>augmenter ou diminuer la puissance en fonction du volume d’informations </a:t>
              </a:r>
            </a:p>
            <a:p>
              <a:pPr marL="742950" lvl="1" indent="-285750">
                <a:buFont typeface="Arial" panose="020B0604020202020204" pitchFamily="34" charset="0"/>
                <a:buChar char="•"/>
              </a:pPr>
              <a:r>
                <a:rPr lang="fr-FR" sz="1400" dirty="0">
                  <a:solidFill>
                    <a:schemeClr val="tx1"/>
                  </a:solidFill>
                  <a:latin typeface="Raleway" pitchFamily="2" charset="0"/>
                </a:rPr>
                <a:t>analyser des milliers d’articles en parallèle </a:t>
              </a:r>
            </a:p>
            <a:p>
              <a:pPr marL="742950" lvl="1" indent="-285750">
                <a:buFont typeface="Arial" panose="020B0604020202020204" pitchFamily="34" charset="0"/>
                <a:buChar char="•"/>
              </a:pPr>
              <a:r>
                <a:rPr lang="fr-FR" sz="1400" dirty="0">
                  <a:solidFill>
                    <a:schemeClr val="tx1"/>
                  </a:solidFill>
                  <a:latin typeface="Raleway" pitchFamily="2" charset="0"/>
                </a:rPr>
                <a:t>fonctionner en temps réel </a:t>
              </a:r>
              <a:endParaRPr lang="en-US" sz="1400" dirty="0">
                <a:solidFill>
                  <a:schemeClr val="tx1"/>
                </a:solidFill>
                <a:latin typeface="Raleway" pitchFamily="2" charset="0"/>
              </a:endParaRPr>
            </a:p>
          </p:txBody>
        </p:sp>
        <p:sp>
          <p:nvSpPr>
            <p:cNvPr id="62" name="Rectangle 61">
              <a:extLst>
                <a:ext uri="{FF2B5EF4-FFF2-40B4-BE49-F238E27FC236}">
                  <a16:creationId xmlns:a16="http://schemas.microsoft.com/office/drawing/2014/main" id="{3AD34B59-825D-D48F-579A-77EDBE98F289}"/>
                </a:ext>
              </a:extLst>
            </p:cNvPr>
            <p:cNvSpPr/>
            <p:nvPr/>
          </p:nvSpPr>
          <p:spPr>
            <a:xfrm>
              <a:off x="4372158" y="1861339"/>
              <a:ext cx="75590" cy="1567662"/>
            </a:xfrm>
            <a:prstGeom prst="rect">
              <a:avLst/>
            </a:prstGeom>
            <a:solidFill>
              <a:srgbClr val="DE31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3" name="Straight Connector 62">
            <a:extLst>
              <a:ext uri="{FF2B5EF4-FFF2-40B4-BE49-F238E27FC236}">
                <a16:creationId xmlns:a16="http://schemas.microsoft.com/office/drawing/2014/main" id="{4DF2497A-04C6-20D0-6DDC-6FB5C7E7627E}"/>
              </a:ext>
            </a:extLst>
          </p:cNvPr>
          <p:cNvCxnSpPr>
            <a:cxnSpLocks/>
            <a:stCxn id="61" idx="1"/>
          </p:cNvCxnSpPr>
          <p:nvPr/>
        </p:nvCxnSpPr>
        <p:spPr>
          <a:xfrm flipH="1">
            <a:off x="6638925" y="2814360"/>
            <a:ext cx="1466853" cy="444289"/>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3075" name="Straight Connector 3074">
            <a:extLst>
              <a:ext uri="{FF2B5EF4-FFF2-40B4-BE49-F238E27FC236}">
                <a16:creationId xmlns:a16="http://schemas.microsoft.com/office/drawing/2014/main" id="{CE4B5C1F-5ED6-0E17-533E-15F124BFDAF7}"/>
              </a:ext>
            </a:extLst>
          </p:cNvPr>
          <p:cNvCxnSpPr>
            <a:cxnSpLocks/>
          </p:cNvCxnSpPr>
          <p:nvPr/>
        </p:nvCxnSpPr>
        <p:spPr>
          <a:xfrm flipH="1" flipV="1">
            <a:off x="6734175" y="4562475"/>
            <a:ext cx="854788" cy="469565"/>
          </a:xfrm>
          <a:prstGeom prst="line">
            <a:avLst/>
          </a:prstGeom>
          <a:ln>
            <a:solidFill>
              <a:srgbClr val="0070C0"/>
            </a:solidFill>
          </a:ln>
        </p:spPr>
        <p:style>
          <a:lnRef idx="3">
            <a:schemeClr val="accent1"/>
          </a:lnRef>
          <a:fillRef idx="0">
            <a:schemeClr val="accent1"/>
          </a:fillRef>
          <a:effectRef idx="2">
            <a:schemeClr val="accent1"/>
          </a:effectRef>
          <a:fontRef idx="minor">
            <a:schemeClr val="tx1"/>
          </a:fontRef>
        </p:style>
      </p:cxnSp>
      <p:cxnSp>
        <p:nvCxnSpPr>
          <p:cNvPr id="3083" name="Straight Connector 3082">
            <a:extLst>
              <a:ext uri="{FF2B5EF4-FFF2-40B4-BE49-F238E27FC236}">
                <a16:creationId xmlns:a16="http://schemas.microsoft.com/office/drawing/2014/main" id="{1ABEABA6-8F88-B956-92B2-FA8410A94FAB}"/>
              </a:ext>
            </a:extLst>
          </p:cNvPr>
          <p:cNvCxnSpPr>
            <a:cxnSpLocks/>
          </p:cNvCxnSpPr>
          <p:nvPr/>
        </p:nvCxnSpPr>
        <p:spPr>
          <a:xfrm flipV="1">
            <a:off x="4105273" y="4562475"/>
            <a:ext cx="1028703" cy="347659"/>
          </a:xfrm>
          <a:prstGeom prst="line">
            <a:avLst/>
          </a:prstGeom>
          <a:ln/>
        </p:spPr>
        <p:style>
          <a:lnRef idx="3">
            <a:schemeClr val="accent1"/>
          </a:lnRef>
          <a:fillRef idx="0">
            <a:schemeClr val="accent1"/>
          </a:fillRef>
          <a:effectRef idx="2">
            <a:schemeClr val="accent1"/>
          </a:effectRef>
          <a:fontRef idx="minor">
            <a:schemeClr val="tx1"/>
          </a:fontRef>
        </p:style>
      </p:cxnSp>
      <p:sp>
        <p:nvSpPr>
          <p:cNvPr id="3091" name="TextBox 3090">
            <a:extLst>
              <a:ext uri="{FF2B5EF4-FFF2-40B4-BE49-F238E27FC236}">
                <a16:creationId xmlns:a16="http://schemas.microsoft.com/office/drawing/2014/main" id="{E7281006-C030-9F65-F18F-B98A5DFA8F92}"/>
              </a:ext>
            </a:extLst>
          </p:cNvPr>
          <p:cNvSpPr txBox="1"/>
          <p:nvPr/>
        </p:nvSpPr>
        <p:spPr>
          <a:xfrm>
            <a:off x="7588963" y="1598922"/>
            <a:ext cx="4565912" cy="369332"/>
          </a:xfrm>
          <a:prstGeom prst="rect">
            <a:avLst/>
          </a:prstGeom>
          <a:noFill/>
        </p:spPr>
        <p:txBody>
          <a:bodyPr wrap="square">
            <a:spAutoFit/>
          </a:bodyPr>
          <a:lstStyle/>
          <a:p>
            <a:pPr algn="ctr"/>
            <a:r>
              <a:rPr lang="en-US" sz="1800" dirty="0" err="1">
                <a:solidFill>
                  <a:srgbClr val="FF0000"/>
                </a:solidFill>
                <a:latin typeface="Bookman Old Style" panose="02050604050505020204" pitchFamily="18" charset="0"/>
              </a:rPr>
              <a:t>Scalabilité</a:t>
            </a:r>
            <a:r>
              <a:rPr lang="en-US" sz="1800" dirty="0">
                <a:solidFill>
                  <a:srgbClr val="FF0000"/>
                </a:solidFill>
                <a:latin typeface="Bookman Old Style" panose="02050604050505020204" pitchFamily="18" charset="0"/>
              </a:rPr>
              <a:t> </a:t>
            </a:r>
            <a:r>
              <a:rPr lang="en-US" sz="1800" dirty="0" err="1">
                <a:solidFill>
                  <a:srgbClr val="FF0000"/>
                </a:solidFill>
                <a:latin typeface="Bookman Old Style" panose="02050604050505020204" pitchFamily="18" charset="0"/>
              </a:rPr>
              <a:t>automatique</a:t>
            </a:r>
            <a:endParaRPr lang="fr-FR" sz="1800" dirty="0">
              <a:solidFill>
                <a:srgbClr val="FF0000"/>
              </a:solidFill>
              <a:latin typeface="Bookman Old Style" panose="02050604050505020204" pitchFamily="18" charset="0"/>
            </a:endParaRPr>
          </a:p>
        </p:txBody>
      </p:sp>
      <p:sp>
        <p:nvSpPr>
          <p:cNvPr id="3092" name="TextBox 3091">
            <a:extLst>
              <a:ext uri="{FF2B5EF4-FFF2-40B4-BE49-F238E27FC236}">
                <a16:creationId xmlns:a16="http://schemas.microsoft.com/office/drawing/2014/main" id="{3F76E0AA-983A-A74C-85E1-CD0D8002C68B}"/>
              </a:ext>
            </a:extLst>
          </p:cNvPr>
          <p:cNvSpPr txBox="1"/>
          <p:nvPr/>
        </p:nvSpPr>
        <p:spPr>
          <a:xfrm>
            <a:off x="7508450" y="4406735"/>
            <a:ext cx="4565912" cy="369332"/>
          </a:xfrm>
          <a:prstGeom prst="rect">
            <a:avLst/>
          </a:prstGeom>
          <a:noFill/>
        </p:spPr>
        <p:txBody>
          <a:bodyPr wrap="square">
            <a:spAutoFit/>
          </a:bodyPr>
          <a:lstStyle/>
          <a:p>
            <a:pPr algn="ctr"/>
            <a:r>
              <a:rPr lang="en-US" sz="1800" dirty="0">
                <a:solidFill>
                  <a:srgbClr val="0070C0"/>
                </a:solidFill>
                <a:latin typeface="Bookman Old Style" panose="02050604050505020204" pitchFamily="18" charset="0"/>
              </a:rPr>
              <a:t>Services Cloud </a:t>
            </a:r>
            <a:r>
              <a:rPr lang="en-US" sz="1800" dirty="0" err="1">
                <a:solidFill>
                  <a:srgbClr val="0070C0"/>
                </a:solidFill>
                <a:latin typeface="Bookman Old Style" panose="02050604050505020204" pitchFamily="18" charset="0"/>
              </a:rPr>
              <a:t>Existants</a:t>
            </a:r>
            <a:endParaRPr lang="fr-FR" sz="1800" dirty="0">
              <a:solidFill>
                <a:srgbClr val="0070C0"/>
              </a:solidFill>
              <a:latin typeface="Bookman Old Style" panose="02050604050505020204" pitchFamily="18" charset="0"/>
            </a:endParaRPr>
          </a:p>
        </p:txBody>
      </p:sp>
      <p:sp>
        <p:nvSpPr>
          <p:cNvPr id="3093" name="TextBox 3092">
            <a:extLst>
              <a:ext uri="{FF2B5EF4-FFF2-40B4-BE49-F238E27FC236}">
                <a16:creationId xmlns:a16="http://schemas.microsoft.com/office/drawing/2014/main" id="{2B970E0F-2B4A-8220-F332-C924A85AAB1D}"/>
              </a:ext>
            </a:extLst>
          </p:cNvPr>
          <p:cNvSpPr txBox="1"/>
          <p:nvPr/>
        </p:nvSpPr>
        <p:spPr>
          <a:xfrm>
            <a:off x="151872" y="4101309"/>
            <a:ext cx="3789223" cy="646331"/>
          </a:xfrm>
          <a:prstGeom prst="rect">
            <a:avLst/>
          </a:prstGeom>
          <a:noFill/>
        </p:spPr>
        <p:txBody>
          <a:bodyPr wrap="square">
            <a:spAutoFit/>
          </a:bodyPr>
          <a:lstStyle/>
          <a:p>
            <a:pPr algn="ctr"/>
            <a:r>
              <a:rPr lang="en-US" dirty="0">
                <a:solidFill>
                  <a:srgbClr val="006699"/>
                </a:solidFill>
                <a:latin typeface="Bookman Old Style" panose="02050604050505020204" pitchFamily="18" charset="0"/>
              </a:rPr>
              <a:t>Puissance de </a:t>
            </a:r>
            <a:r>
              <a:rPr lang="en-US" dirty="0" err="1">
                <a:solidFill>
                  <a:srgbClr val="006699"/>
                </a:solidFill>
                <a:latin typeface="Bookman Old Style" panose="02050604050505020204" pitchFamily="18" charset="0"/>
              </a:rPr>
              <a:t>calcul</a:t>
            </a:r>
            <a:r>
              <a:rPr lang="en-US" dirty="0">
                <a:solidFill>
                  <a:srgbClr val="006699"/>
                </a:solidFill>
                <a:latin typeface="Bookman Old Style" panose="02050604050505020204" pitchFamily="18" charset="0"/>
              </a:rPr>
              <a:t> Pour IA &amp; NLP</a:t>
            </a:r>
            <a:endParaRPr lang="fr-FR" sz="1800" dirty="0">
              <a:solidFill>
                <a:srgbClr val="006699"/>
              </a:solidFill>
              <a:latin typeface="Bookman Old Style" panose="02050604050505020204" pitchFamily="18" charset="0"/>
            </a:endParaRPr>
          </a:p>
        </p:txBody>
      </p:sp>
    </p:spTree>
    <p:extLst>
      <p:ext uri="{BB962C8B-B14F-4D97-AF65-F5344CB8AC3E}">
        <p14:creationId xmlns:p14="http://schemas.microsoft.com/office/powerpoint/2010/main" val="1796207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C3C08-4EC4-0322-60C5-46DBD14D59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5A49CB-17A4-1A25-9D8E-9552516C2CD1}"/>
              </a:ext>
            </a:extLst>
          </p:cNvPr>
          <p:cNvSpPr>
            <a:spLocks noGrp="1"/>
          </p:cNvSpPr>
          <p:nvPr>
            <p:ph type="sldNum" sz="quarter" idx="12"/>
          </p:nvPr>
        </p:nvSpPr>
        <p:spPr/>
        <p:txBody>
          <a:bodyPr/>
          <a:lstStyle/>
          <a:p>
            <a:fld id="{12BB5861-8602-4C7B-8FD3-C437005C3227}" type="slidenum">
              <a:rPr lang="en-US" smtClean="0"/>
              <a:t>8</a:t>
            </a:fld>
            <a:endParaRPr lang="en-US" dirty="0"/>
          </a:p>
        </p:txBody>
      </p:sp>
      <p:sp>
        <p:nvSpPr>
          <p:cNvPr id="4" name="Rectangle 3">
            <a:extLst>
              <a:ext uri="{FF2B5EF4-FFF2-40B4-BE49-F238E27FC236}">
                <a16:creationId xmlns:a16="http://schemas.microsoft.com/office/drawing/2014/main" id="{5FAC419F-6F94-0AFB-E28E-EC659794A208}"/>
              </a:ext>
            </a:extLst>
          </p:cNvPr>
          <p:cNvSpPr/>
          <p:nvPr/>
        </p:nvSpPr>
        <p:spPr>
          <a:xfrm>
            <a:off x="0" y="-125412"/>
            <a:ext cx="12192000" cy="839788"/>
          </a:xfrm>
          <a:prstGeom prst="rect">
            <a:avLst/>
          </a:prstGeom>
          <a:solidFill>
            <a:srgbClr val="DE3163"/>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Introduction  :  </a:t>
            </a:r>
            <a:r>
              <a:rPr lang="en-US" dirty="0" err="1"/>
              <a:t>C’est</a:t>
            </a:r>
            <a:r>
              <a:rPr lang="en-US" dirty="0"/>
              <a:t> quoi AWS ?  </a:t>
            </a:r>
          </a:p>
        </p:txBody>
      </p:sp>
      <p:sp>
        <p:nvSpPr>
          <p:cNvPr id="7" name="TextBox 6">
            <a:extLst>
              <a:ext uri="{FF2B5EF4-FFF2-40B4-BE49-F238E27FC236}">
                <a16:creationId xmlns:a16="http://schemas.microsoft.com/office/drawing/2014/main" id="{5D93C33B-A70D-BD96-1B1A-EE0207963EA3}"/>
              </a:ext>
            </a:extLst>
          </p:cNvPr>
          <p:cNvSpPr txBox="1"/>
          <p:nvPr/>
        </p:nvSpPr>
        <p:spPr>
          <a:xfrm>
            <a:off x="561975" y="1162050"/>
            <a:ext cx="5743575" cy="704850"/>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687C0735-CACD-36EE-1DCF-04117A13FCEA}"/>
              </a:ext>
            </a:extLst>
          </p:cNvPr>
          <p:cNvSpPr txBox="1"/>
          <p:nvPr/>
        </p:nvSpPr>
        <p:spPr>
          <a:xfrm>
            <a:off x="2552701" y="1162050"/>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C’est</a:t>
            </a:r>
            <a:r>
              <a:rPr lang="en-US" sz="3000" dirty="0">
                <a:solidFill>
                  <a:srgbClr val="020A52"/>
                </a:solidFill>
                <a:latin typeface="Garamond" panose="02020404030301010803" pitchFamily="18" charset="0"/>
                <a:cs typeface="Cascadia Code" panose="020B0609020000020004" pitchFamily="49" charset="0"/>
              </a:rPr>
              <a:t> Quoi AWS  ?</a:t>
            </a:r>
          </a:p>
        </p:txBody>
      </p:sp>
      <p:sp>
        <p:nvSpPr>
          <p:cNvPr id="6" name="TextBox 5">
            <a:extLst>
              <a:ext uri="{FF2B5EF4-FFF2-40B4-BE49-F238E27FC236}">
                <a16:creationId xmlns:a16="http://schemas.microsoft.com/office/drawing/2014/main" id="{47863B6A-685B-5509-08C0-19FDECA7B88C}"/>
              </a:ext>
            </a:extLst>
          </p:cNvPr>
          <p:cNvSpPr txBox="1"/>
          <p:nvPr/>
        </p:nvSpPr>
        <p:spPr>
          <a:xfrm>
            <a:off x="376237" y="2086328"/>
            <a:ext cx="6343650" cy="3929345"/>
          </a:xfrm>
          <a:prstGeom prst="rect">
            <a:avLst/>
          </a:prstGeom>
          <a:noFill/>
        </p:spPr>
        <p:txBody>
          <a:bodyPr wrap="square">
            <a:spAutoFit/>
          </a:bodyPr>
          <a:lstStyle/>
          <a:p>
            <a:pPr>
              <a:lnSpc>
                <a:spcPct val="150000"/>
              </a:lnSpc>
            </a:pPr>
            <a:r>
              <a:rPr lang="fr-FR" sz="1400" b="1" dirty="0">
                <a:solidFill>
                  <a:srgbClr val="EC902D"/>
                </a:solidFill>
                <a:latin typeface="Century Gothic" panose="020B0502020202020204" pitchFamily="34" charset="0"/>
              </a:rPr>
              <a:t>A</a:t>
            </a:r>
            <a:r>
              <a:rPr lang="fr-FR" sz="1400" b="1" dirty="0">
                <a:latin typeface="Century Gothic" panose="020B0502020202020204" pitchFamily="34" charset="0"/>
              </a:rPr>
              <a:t>mazon </a:t>
            </a:r>
            <a:r>
              <a:rPr lang="fr-FR" sz="1400" b="1" dirty="0">
                <a:solidFill>
                  <a:srgbClr val="EC902D"/>
                </a:solidFill>
                <a:latin typeface="Century Gothic" panose="020B0502020202020204" pitchFamily="34" charset="0"/>
              </a:rPr>
              <a:t>W</a:t>
            </a:r>
            <a:r>
              <a:rPr lang="fr-FR" sz="1400" b="1" dirty="0">
                <a:latin typeface="Century Gothic" panose="020B0502020202020204" pitchFamily="34" charset="0"/>
              </a:rPr>
              <a:t>eb </a:t>
            </a:r>
            <a:r>
              <a:rPr lang="fr-FR" sz="1400" b="1" dirty="0">
                <a:solidFill>
                  <a:srgbClr val="EC902D"/>
                </a:solidFill>
                <a:latin typeface="Century Gothic" panose="020B0502020202020204" pitchFamily="34" charset="0"/>
              </a:rPr>
              <a:t>S</a:t>
            </a:r>
            <a:r>
              <a:rPr lang="fr-FR" sz="1400" b="1" dirty="0">
                <a:latin typeface="Century Gothic" panose="020B0502020202020204" pitchFamily="34" charset="0"/>
              </a:rPr>
              <a:t>ervices </a:t>
            </a:r>
            <a:r>
              <a:rPr lang="fr-FR" sz="1400" dirty="0">
                <a:latin typeface="Century Gothic" panose="020B0502020202020204" pitchFamily="34" charset="0"/>
              </a:rPr>
              <a:t>(AWS) est une plateforme de </a:t>
            </a:r>
            <a:r>
              <a:rPr lang="fr-FR" sz="1400" b="1" dirty="0">
                <a:latin typeface="Century Gothic" panose="020B0502020202020204" pitchFamily="34" charset="0"/>
              </a:rPr>
              <a:t>cloud </a:t>
            </a:r>
            <a:r>
              <a:rPr lang="fr-FR" sz="1400" b="1" dirty="0" err="1">
                <a:latin typeface="Century Gothic" panose="020B0502020202020204" pitchFamily="34" charset="0"/>
              </a:rPr>
              <a:t>computing</a:t>
            </a:r>
            <a:r>
              <a:rPr lang="fr-FR" sz="1400" dirty="0">
                <a:latin typeface="Century Gothic" panose="020B0502020202020204" pitchFamily="34" charset="0"/>
              </a:rPr>
              <a:t> proposée par Amazon, qui fournit un large ensemble de services informatiques accessibles via Internet. Elle permet aux entreprises et aux développeurs de stocker des données, d’exécuter des applications, d’entraîner des modèles d’intelligence artificielle et de gérer des infrastructures sans avoir à installer de matériel physique. Grâce à sa flexibilité, sa scalabilité et son modèle de paiement à l’usage, AWS est aujourd’hui la plateforme cloud la plus utilisée au monde. Ses services, tels que Amazon S3 pour le stockage, Amazon </a:t>
            </a:r>
            <a:r>
              <a:rPr lang="fr-FR" sz="1400" dirty="0" err="1">
                <a:latin typeface="Century Gothic" panose="020B0502020202020204" pitchFamily="34" charset="0"/>
              </a:rPr>
              <a:t>SageMaker</a:t>
            </a:r>
            <a:r>
              <a:rPr lang="fr-FR" sz="1400" dirty="0">
                <a:latin typeface="Century Gothic" panose="020B0502020202020204" pitchFamily="34" charset="0"/>
              </a:rPr>
              <a:t> pour le machine </a:t>
            </a:r>
            <a:r>
              <a:rPr lang="fr-FR" sz="1400" dirty="0" err="1">
                <a:latin typeface="Century Gothic" panose="020B0502020202020204" pitchFamily="34" charset="0"/>
              </a:rPr>
              <a:t>learning</a:t>
            </a:r>
            <a:r>
              <a:rPr lang="fr-FR" sz="1400" dirty="0">
                <a:latin typeface="Century Gothic" panose="020B0502020202020204" pitchFamily="34" charset="0"/>
              </a:rPr>
              <a:t>, ou encore API Gateway pour la création d’API, offrent un environnement complet, sécurisé et performant pour développer et déployer des applications modernes.</a:t>
            </a:r>
            <a:endParaRPr lang="en-US" sz="1400" dirty="0">
              <a:latin typeface="Century Gothic" panose="020B0502020202020204" pitchFamily="34" charset="0"/>
            </a:endParaRPr>
          </a:p>
        </p:txBody>
      </p:sp>
      <p:pic>
        <p:nvPicPr>
          <p:cNvPr id="8" name="Picture 7" descr="AWS Icons - High-Quality Cloud Icons for Your Projects">
            <a:extLst>
              <a:ext uri="{FF2B5EF4-FFF2-40B4-BE49-F238E27FC236}">
                <a16:creationId xmlns:a16="http://schemas.microsoft.com/office/drawing/2014/main" id="{6411B4F6-8200-617A-FCC1-6D7B7410759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83207" y="1866900"/>
            <a:ext cx="3607335" cy="3607335"/>
          </a:xfrm>
          <a:prstGeom prst="rect">
            <a:avLst/>
          </a:prstGeom>
          <a:noFill/>
          <a:ln>
            <a:noFill/>
          </a:ln>
        </p:spPr>
      </p:pic>
    </p:spTree>
    <p:extLst>
      <p:ext uri="{BB962C8B-B14F-4D97-AF65-F5344CB8AC3E}">
        <p14:creationId xmlns:p14="http://schemas.microsoft.com/office/powerpoint/2010/main" val="959792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EB5FA-EDFF-0705-5145-018880F255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1BE2EA-526E-BE8E-9F18-C9EC8EEC0929}"/>
              </a:ext>
            </a:extLst>
          </p:cNvPr>
          <p:cNvSpPr>
            <a:spLocks noGrp="1"/>
          </p:cNvSpPr>
          <p:nvPr>
            <p:ph type="sldNum" sz="quarter" idx="12"/>
          </p:nvPr>
        </p:nvSpPr>
        <p:spPr/>
        <p:txBody>
          <a:bodyPr/>
          <a:lstStyle/>
          <a:p>
            <a:fld id="{12BB5861-8602-4C7B-8FD3-C437005C3227}" type="slidenum">
              <a:rPr lang="en-US" smtClean="0"/>
              <a:t>9</a:t>
            </a:fld>
            <a:endParaRPr lang="en-US" dirty="0"/>
          </a:p>
        </p:txBody>
      </p:sp>
      <p:sp>
        <p:nvSpPr>
          <p:cNvPr id="3" name="Parallelogram 2">
            <a:extLst>
              <a:ext uri="{FF2B5EF4-FFF2-40B4-BE49-F238E27FC236}">
                <a16:creationId xmlns:a16="http://schemas.microsoft.com/office/drawing/2014/main" id="{ED4634C8-7D4B-783A-A902-2842874F27A1}"/>
              </a:ext>
            </a:extLst>
          </p:cNvPr>
          <p:cNvSpPr/>
          <p:nvPr/>
        </p:nvSpPr>
        <p:spPr>
          <a:xfrm>
            <a:off x="76200" y="0"/>
            <a:ext cx="5707380" cy="6858000"/>
          </a:xfrm>
          <a:prstGeom prst="parallelogram">
            <a:avLst/>
          </a:prstGeom>
          <a:blipFill>
            <a:blip r:embed="rId3">
              <a:duotone>
                <a:prstClr val="black"/>
                <a:srgbClr val="EC902D">
                  <a:tint val="45000"/>
                  <a:satMod val="400000"/>
                </a:srgbClr>
              </a:duotone>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a:blipFill>
          <a:ln>
            <a:noFill/>
          </a:ln>
          <a:effectLst>
            <a:outerShdw blurRad="254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1A6C5DF-C0A5-F195-9E78-1B1BACAD8F5B}"/>
              </a:ext>
            </a:extLst>
          </p:cNvPr>
          <p:cNvSpPr txBox="1"/>
          <p:nvPr/>
        </p:nvSpPr>
        <p:spPr>
          <a:xfrm>
            <a:off x="6096000" y="2295525"/>
            <a:ext cx="5083042" cy="861774"/>
          </a:xfrm>
          <a:prstGeom prst="rect">
            <a:avLst/>
          </a:prstGeom>
          <a:noFill/>
        </p:spPr>
        <p:txBody>
          <a:bodyPr wrap="square" rtlCol="0">
            <a:spAutoFit/>
          </a:bodyPr>
          <a:lstStyle/>
          <a:p>
            <a:r>
              <a:rPr lang="en-US" sz="5000" dirty="0">
                <a:solidFill>
                  <a:srgbClr val="EC902D"/>
                </a:solidFill>
                <a:latin typeface="Bookman Old Style" panose="02050604050505020204" pitchFamily="18" charset="0"/>
              </a:rPr>
              <a:t>     </a:t>
            </a:r>
            <a:r>
              <a:rPr lang="en-US" sz="5000" dirty="0" err="1">
                <a:solidFill>
                  <a:srgbClr val="EC902D"/>
                </a:solidFill>
                <a:latin typeface="Bookman Old Style" panose="02050604050505020204" pitchFamily="18" charset="0"/>
              </a:rPr>
              <a:t>Outils</a:t>
            </a:r>
            <a:r>
              <a:rPr lang="en-US" sz="5000" dirty="0">
                <a:solidFill>
                  <a:srgbClr val="EC902D"/>
                </a:solidFill>
              </a:rPr>
              <a:t> : </a:t>
            </a:r>
          </a:p>
        </p:txBody>
      </p:sp>
      <p:pic>
        <p:nvPicPr>
          <p:cNvPr id="4" name="Picture 3" descr="AWS Icons - High-Quality Cloud Icons for Your Projects">
            <a:extLst>
              <a:ext uri="{FF2B5EF4-FFF2-40B4-BE49-F238E27FC236}">
                <a16:creationId xmlns:a16="http://schemas.microsoft.com/office/drawing/2014/main" id="{2B45A127-F778-B9CC-8272-AA7B1798317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40332" y="3429000"/>
            <a:ext cx="1660793" cy="1660793"/>
          </a:xfrm>
          <a:prstGeom prst="rect">
            <a:avLst/>
          </a:prstGeom>
          <a:noFill/>
          <a:ln>
            <a:noFill/>
          </a:ln>
        </p:spPr>
      </p:pic>
    </p:spTree>
    <p:extLst>
      <p:ext uri="{BB962C8B-B14F-4D97-AF65-F5344CB8AC3E}">
        <p14:creationId xmlns:p14="http://schemas.microsoft.com/office/powerpoint/2010/main" val="399145404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7F17E-5FE4-0701-C479-CE2DB3E7275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DCEB7C-CB17-F5EF-8F72-24F304543644}"/>
              </a:ext>
            </a:extLst>
          </p:cNvPr>
          <p:cNvSpPr>
            <a:spLocks noGrp="1"/>
          </p:cNvSpPr>
          <p:nvPr>
            <p:ph type="sldNum" sz="quarter" idx="12"/>
          </p:nvPr>
        </p:nvSpPr>
        <p:spPr/>
        <p:txBody>
          <a:bodyPr/>
          <a:lstStyle/>
          <a:p>
            <a:fld id="{12BB5861-8602-4C7B-8FD3-C437005C3227}" type="slidenum">
              <a:rPr lang="en-US" smtClean="0"/>
              <a:t>10</a:t>
            </a:fld>
            <a:endParaRPr lang="en-US" dirty="0"/>
          </a:p>
        </p:txBody>
      </p:sp>
      <p:sp>
        <p:nvSpPr>
          <p:cNvPr id="4" name="Rectangle 3">
            <a:extLst>
              <a:ext uri="{FF2B5EF4-FFF2-40B4-BE49-F238E27FC236}">
                <a16:creationId xmlns:a16="http://schemas.microsoft.com/office/drawing/2014/main" id="{BC0FB458-B4DA-AD51-45DC-868050EFFF48}"/>
              </a:ext>
            </a:extLst>
          </p:cNvPr>
          <p:cNvSpPr/>
          <p:nvPr/>
        </p:nvSpPr>
        <p:spPr>
          <a:xfrm>
            <a:off x="0" y="-125412"/>
            <a:ext cx="12192000" cy="839788"/>
          </a:xfrm>
          <a:prstGeom prst="rect">
            <a:avLst/>
          </a:prstGeom>
          <a:solidFill>
            <a:srgbClr val="EC902D"/>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dirty="0" err="1"/>
              <a:t>Outils</a:t>
            </a:r>
            <a:r>
              <a:rPr lang="en-US" dirty="0"/>
              <a:t>   :  Les </a:t>
            </a:r>
            <a:r>
              <a:rPr lang="en-US" dirty="0" err="1"/>
              <a:t>outils</a:t>
            </a:r>
            <a:r>
              <a:rPr lang="en-US" dirty="0"/>
              <a:t> de </a:t>
            </a:r>
            <a:r>
              <a:rPr lang="en-US" dirty="0" err="1"/>
              <a:t>developpement</a:t>
            </a:r>
            <a:r>
              <a:rPr lang="en-US" dirty="0"/>
              <a:t> </a:t>
            </a:r>
          </a:p>
        </p:txBody>
      </p:sp>
      <p:sp>
        <p:nvSpPr>
          <p:cNvPr id="7" name="TextBox 6">
            <a:extLst>
              <a:ext uri="{FF2B5EF4-FFF2-40B4-BE49-F238E27FC236}">
                <a16:creationId xmlns:a16="http://schemas.microsoft.com/office/drawing/2014/main" id="{642FC5C8-4807-AEC5-7739-26A068CCD151}"/>
              </a:ext>
            </a:extLst>
          </p:cNvPr>
          <p:cNvSpPr txBox="1"/>
          <p:nvPr/>
        </p:nvSpPr>
        <p:spPr>
          <a:xfrm>
            <a:off x="561975" y="1162050"/>
            <a:ext cx="5743575" cy="704850"/>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DBAA0FB9-19A0-55B5-14CD-538E6FC4BA0E}"/>
              </a:ext>
            </a:extLst>
          </p:cNvPr>
          <p:cNvSpPr txBox="1"/>
          <p:nvPr/>
        </p:nvSpPr>
        <p:spPr>
          <a:xfrm>
            <a:off x="2419351" y="856140"/>
            <a:ext cx="6734174" cy="553998"/>
          </a:xfrm>
          <a:prstGeom prst="rect">
            <a:avLst/>
          </a:prstGeom>
          <a:noFill/>
        </p:spPr>
        <p:txBody>
          <a:bodyPr wrap="square" rtlCol="0">
            <a:spAutoFit/>
          </a:bodyPr>
          <a:lstStyle/>
          <a:p>
            <a:pPr algn="ctr"/>
            <a:r>
              <a:rPr lang="en-US" sz="3000" dirty="0">
                <a:solidFill>
                  <a:srgbClr val="020A52"/>
                </a:solidFill>
                <a:latin typeface="Garamond" panose="02020404030301010803" pitchFamily="18" charset="0"/>
                <a:cs typeface="Cascadia Code" panose="020B0609020000020004" pitchFamily="49" charset="0"/>
              </a:rPr>
              <a:t>Les </a:t>
            </a:r>
            <a:r>
              <a:rPr lang="en-US" sz="3000" dirty="0" err="1">
                <a:solidFill>
                  <a:srgbClr val="020A52"/>
                </a:solidFill>
                <a:latin typeface="Garamond" panose="02020404030301010803" pitchFamily="18" charset="0"/>
                <a:cs typeface="Cascadia Code" panose="020B0609020000020004" pitchFamily="49" charset="0"/>
              </a:rPr>
              <a:t>outils</a:t>
            </a:r>
            <a:r>
              <a:rPr lang="en-US" sz="3000" dirty="0">
                <a:solidFill>
                  <a:srgbClr val="020A52"/>
                </a:solidFill>
                <a:latin typeface="Garamond" panose="02020404030301010803" pitchFamily="18" charset="0"/>
                <a:cs typeface="Cascadia Code" panose="020B0609020000020004" pitchFamily="49" charset="0"/>
              </a:rPr>
              <a:t> de </a:t>
            </a:r>
            <a:r>
              <a:rPr lang="en-US" sz="3000" dirty="0" err="1">
                <a:solidFill>
                  <a:srgbClr val="020A52"/>
                </a:solidFill>
                <a:latin typeface="Garamond" panose="02020404030301010803" pitchFamily="18" charset="0"/>
                <a:cs typeface="Cascadia Code" panose="020B0609020000020004" pitchFamily="49" charset="0"/>
              </a:rPr>
              <a:t>developpement</a:t>
            </a:r>
            <a:r>
              <a:rPr lang="en-US" sz="3000" dirty="0">
                <a:solidFill>
                  <a:srgbClr val="020A52"/>
                </a:solidFill>
                <a:latin typeface="Garamond" panose="02020404030301010803" pitchFamily="18" charset="0"/>
                <a:cs typeface="Cascadia Code" panose="020B0609020000020004" pitchFamily="49" charset="0"/>
              </a:rPr>
              <a:t> </a:t>
            </a:r>
          </a:p>
        </p:txBody>
      </p:sp>
      <p:pic>
        <p:nvPicPr>
          <p:cNvPr id="5" name="Picture 4" descr="iceScrum | GitHub – iceScrum">
            <a:extLst>
              <a:ext uri="{FF2B5EF4-FFF2-40B4-BE49-F238E27FC236}">
                <a16:creationId xmlns:a16="http://schemas.microsoft.com/office/drawing/2014/main" id="{FF753796-C6E6-A36D-A57D-EECBF69B8E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7903" y="2274888"/>
            <a:ext cx="1226457" cy="926861"/>
          </a:xfrm>
          <a:prstGeom prst="rect">
            <a:avLst/>
          </a:prstGeom>
          <a:noFill/>
          <a:ln>
            <a:noFill/>
          </a:ln>
        </p:spPr>
      </p:pic>
      <p:pic>
        <p:nvPicPr>
          <p:cNvPr id="9" name="Picture 8">
            <a:extLst>
              <a:ext uri="{FF2B5EF4-FFF2-40B4-BE49-F238E27FC236}">
                <a16:creationId xmlns:a16="http://schemas.microsoft.com/office/drawing/2014/main" id="{D7E6718D-A65F-B92A-344C-7665C86A4DA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3294" y="5695950"/>
            <a:ext cx="1219200" cy="600075"/>
          </a:xfrm>
          <a:prstGeom prst="rect">
            <a:avLst/>
          </a:prstGeom>
          <a:noFill/>
          <a:ln>
            <a:noFill/>
          </a:ln>
        </p:spPr>
      </p:pic>
      <p:pic>
        <p:nvPicPr>
          <p:cNvPr id="10" name="Picture 9">
            <a:extLst>
              <a:ext uri="{FF2B5EF4-FFF2-40B4-BE49-F238E27FC236}">
                <a16:creationId xmlns:a16="http://schemas.microsoft.com/office/drawing/2014/main" id="{19929CDD-A33A-30F5-D761-15FF02AF8FE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94024" y="5411787"/>
            <a:ext cx="742950" cy="742950"/>
          </a:xfrm>
          <a:prstGeom prst="rect">
            <a:avLst/>
          </a:prstGeom>
          <a:noFill/>
          <a:ln>
            <a:noFill/>
          </a:ln>
        </p:spPr>
      </p:pic>
      <p:pic>
        <p:nvPicPr>
          <p:cNvPr id="11" name="Picture 10" descr="Discussion of seaborn logo · Issue #2243 · mwaskom/seaborn">
            <a:extLst>
              <a:ext uri="{FF2B5EF4-FFF2-40B4-BE49-F238E27FC236}">
                <a16:creationId xmlns:a16="http://schemas.microsoft.com/office/drawing/2014/main" id="{F7798D17-4182-C9AE-F0FA-0F4D14D2371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2854" y="5414962"/>
            <a:ext cx="756920" cy="756920"/>
          </a:xfrm>
          <a:prstGeom prst="rect">
            <a:avLst/>
          </a:prstGeom>
          <a:noFill/>
          <a:ln>
            <a:noFill/>
          </a:ln>
        </p:spPr>
      </p:pic>
      <p:pic>
        <p:nvPicPr>
          <p:cNvPr id="12" name="Picture 11">
            <a:extLst>
              <a:ext uri="{FF2B5EF4-FFF2-40B4-BE49-F238E27FC236}">
                <a16:creationId xmlns:a16="http://schemas.microsoft.com/office/drawing/2014/main" id="{F6B4DD90-EE43-06AF-0E5B-1B8A4C1275A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6346" t="26264" r="13943" b="-3836"/>
          <a:stretch>
            <a:fillRect/>
          </a:stretch>
        </p:blipFill>
        <p:spPr bwMode="auto">
          <a:xfrm>
            <a:off x="1056955" y="5455891"/>
            <a:ext cx="1654810" cy="1000125"/>
          </a:xfrm>
          <a:prstGeom prst="rect">
            <a:avLst/>
          </a:prstGeom>
          <a:noFill/>
          <a:ln>
            <a:noFill/>
          </a:ln>
          <a:extLst>
            <a:ext uri="{53640926-AAD7-44D8-BBD7-CCE9431645EC}">
              <a14:shadowObscured xmlns:a14="http://schemas.microsoft.com/office/drawing/2010/main"/>
            </a:ext>
          </a:extLst>
        </p:spPr>
      </p:pic>
      <p:pic>
        <p:nvPicPr>
          <p:cNvPr id="13" name="Picture 12">
            <a:extLst>
              <a:ext uri="{FF2B5EF4-FFF2-40B4-BE49-F238E27FC236}">
                <a16:creationId xmlns:a16="http://schemas.microsoft.com/office/drawing/2014/main" id="{DB5C8429-90D9-7EAA-1C14-55CFE9A7BDAB}"/>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17370" y="2049857"/>
            <a:ext cx="890270" cy="792480"/>
          </a:xfrm>
          <a:prstGeom prst="rect">
            <a:avLst/>
          </a:prstGeom>
          <a:noFill/>
          <a:ln>
            <a:noFill/>
          </a:ln>
        </p:spPr>
      </p:pic>
      <p:pic>
        <p:nvPicPr>
          <p:cNvPr id="14" name="Picture 13">
            <a:extLst>
              <a:ext uri="{FF2B5EF4-FFF2-40B4-BE49-F238E27FC236}">
                <a16:creationId xmlns:a16="http://schemas.microsoft.com/office/drawing/2014/main" id="{A1506622-25F4-DC0C-5E25-84951B56B91E}"/>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94024" y="2035529"/>
            <a:ext cx="753745" cy="742950"/>
          </a:xfrm>
          <a:prstGeom prst="rect">
            <a:avLst/>
          </a:prstGeom>
          <a:noFill/>
          <a:ln>
            <a:noFill/>
          </a:ln>
        </p:spPr>
      </p:pic>
      <p:pic>
        <p:nvPicPr>
          <p:cNvPr id="6146" name="Picture 2" descr="Download Free Dev team Icons in PNG &amp; SVG">
            <a:extLst>
              <a:ext uri="{FF2B5EF4-FFF2-40B4-BE49-F238E27FC236}">
                <a16:creationId xmlns:a16="http://schemas.microsoft.com/office/drawing/2014/main" id="{3FF4680D-1AE6-4A9D-7007-441485229F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4497" y="3269451"/>
            <a:ext cx="876790" cy="8767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GitHub Actions · GitHub">
            <a:extLst>
              <a:ext uri="{FF2B5EF4-FFF2-40B4-BE49-F238E27FC236}">
                <a16:creationId xmlns:a16="http://schemas.microsoft.com/office/drawing/2014/main" id="{7F5915ED-2917-52BE-800A-CC718827D2AA}"/>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041507" y="2466623"/>
            <a:ext cx="566439" cy="566439"/>
          </a:xfrm>
          <a:prstGeom prst="rect">
            <a:avLst/>
          </a:prstGeom>
          <a:noFill/>
          <a:ln>
            <a:noFill/>
          </a:ln>
        </p:spPr>
      </p:pic>
      <p:sp>
        <p:nvSpPr>
          <p:cNvPr id="23" name="TextBox 22">
            <a:extLst>
              <a:ext uri="{FF2B5EF4-FFF2-40B4-BE49-F238E27FC236}">
                <a16:creationId xmlns:a16="http://schemas.microsoft.com/office/drawing/2014/main" id="{4713876C-EE18-344B-8664-AB2B9259A24C}"/>
              </a:ext>
            </a:extLst>
          </p:cNvPr>
          <p:cNvSpPr txBox="1"/>
          <p:nvPr/>
        </p:nvSpPr>
        <p:spPr>
          <a:xfrm>
            <a:off x="709582" y="1862484"/>
            <a:ext cx="2318098" cy="492443"/>
          </a:xfrm>
          <a:prstGeom prst="rect">
            <a:avLst/>
          </a:prstGeom>
          <a:noFill/>
        </p:spPr>
        <p:txBody>
          <a:bodyPr wrap="square" rtlCol="0">
            <a:spAutoFit/>
          </a:bodyPr>
          <a:lstStyle/>
          <a:p>
            <a:pPr algn="ctr"/>
            <a:r>
              <a:rPr lang="en-US" sz="1300" dirty="0" err="1">
                <a:latin typeface="Quicksand Bold" pitchFamily="50" charset="0"/>
              </a:rPr>
              <a:t>Versionnement</a:t>
            </a:r>
            <a:r>
              <a:rPr lang="en-US" sz="1300" dirty="0">
                <a:latin typeface="Quicksand Bold" pitchFamily="50" charset="0"/>
              </a:rPr>
              <a:t> de control et CI/CD</a:t>
            </a:r>
          </a:p>
        </p:txBody>
      </p:sp>
      <p:sp>
        <p:nvSpPr>
          <p:cNvPr id="24" name="TextBox 23">
            <a:extLst>
              <a:ext uri="{FF2B5EF4-FFF2-40B4-BE49-F238E27FC236}">
                <a16:creationId xmlns:a16="http://schemas.microsoft.com/office/drawing/2014/main" id="{4F1A784F-5AF8-CB67-D530-E7B6B4CDCCCF}"/>
              </a:ext>
            </a:extLst>
          </p:cNvPr>
          <p:cNvSpPr txBox="1"/>
          <p:nvPr/>
        </p:nvSpPr>
        <p:spPr>
          <a:xfrm>
            <a:off x="4492085" y="5257555"/>
            <a:ext cx="2318098" cy="292388"/>
          </a:xfrm>
          <a:prstGeom prst="rect">
            <a:avLst/>
          </a:prstGeom>
          <a:noFill/>
        </p:spPr>
        <p:txBody>
          <a:bodyPr wrap="square" rtlCol="0">
            <a:spAutoFit/>
          </a:bodyPr>
          <a:lstStyle/>
          <a:p>
            <a:pPr algn="ctr"/>
            <a:r>
              <a:rPr lang="en-US" sz="1300" dirty="0">
                <a:latin typeface="Quicksand Bold" pitchFamily="50" charset="0"/>
              </a:rPr>
              <a:t>Machine Learning </a:t>
            </a:r>
          </a:p>
        </p:txBody>
      </p:sp>
      <p:sp>
        <p:nvSpPr>
          <p:cNvPr id="25" name="TextBox 24">
            <a:extLst>
              <a:ext uri="{FF2B5EF4-FFF2-40B4-BE49-F238E27FC236}">
                <a16:creationId xmlns:a16="http://schemas.microsoft.com/office/drawing/2014/main" id="{8890DC1F-F16A-601D-71F9-ADD3BD682EA4}"/>
              </a:ext>
            </a:extLst>
          </p:cNvPr>
          <p:cNvSpPr txBox="1"/>
          <p:nvPr/>
        </p:nvSpPr>
        <p:spPr>
          <a:xfrm>
            <a:off x="677964" y="5111361"/>
            <a:ext cx="2318098" cy="292388"/>
          </a:xfrm>
          <a:prstGeom prst="rect">
            <a:avLst/>
          </a:prstGeom>
          <a:noFill/>
        </p:spPr>
        <p:txBody>
          <a:bodyPr wrap="square" rtlCol="0">
            <a:spAutoFit/>
          </a:bodyPr>
          <a:lstStyle/>
          <a:p>
            <a:pPr algn="ctr"/>
            <a:r>
              <a:rPr lang="en-US" sz="1300" dirty="0" err="1">
                <a:latin typeface="Quicksand Bold" pitchFamily="50" charset="0"/>
              </a:rPr>
              <a:t>Conteneurisation</a:t>
            </a:r>
            <a:endParaRPr lang="en-US" sz="1300" dirty="0">
              <a:latin typeface="Quicksand Bold" pitchFamily="50" charset="0"/>
            </a:endParaRPr>
          </a:p>
        </p:txBody>
      </p:sp>
      <p:sp>
        <p:nvSpPr>
          <p:cNvPr id="26" name="TextBox 25">
            <a:extLst>
              <a:ext uri="{FF2B5EF4-FFF2-40B4-BE49-F238E27FC236}">
                <a16:creationId xmlns:a16="http://schemas.microsoft.com/office/drawing/2014/main" id="{76E1E140-9DF6-7449-8F8A-920DA0CF308C}"/>
              </a:ext>
            </a:extLst>
          </p:cNvPr>
          <p:cNvSpPr txBox="1"/>
          <p:nvPr/>
        </p:nvSpPr>
        <p:spPr>
          <a:xfrm>
            <a:off x="8229454" y="4903377"/>
            <a:ext cx="2318098" cy="292388"/>
          </a:xfrm>
          <a:prstGeom prst="rect">
            <a:avLst/>
          </a:prstGeom>
          <a:noFill/>
        </p:spPr>
        <p:txBody>
          <a:bodyPr wrap="square" rtlCol="0">
            <a:spAutoFit/>
          </a:bodyPr>
          <a:lstStyle/>
          <a:p>
            <a:pPr algn="ctr"/>
            <a:r>
              <a:rPr lang="en-US" sz="1300" dirty="0" err="1">
                <a:latin typeface="Quicksand Bold" pitchFamily="50" charset="0"/>
              </a:rPr>
              <a:t>Analyse</a:t>
            </a:r>
            <a:r>
              <a:rPr lang="en-US" sz="1300" dirty="0">
                <a:latin typeface="Quicksand Bold" pitchFamily="50" charset="0"/>
              </a:rPr>
              <a:t> &amp; </a:t>
            </a:r>
            <a:r>
              <a:rPr lang="en-US" sz="1300" dirty="0" err="1">
                <a:latin typeface="Quicksand Bold" pitchFamily="50" charset="0"/>
              </a:rPr>
              <a:t>Visualisation</a:t>
            </a:r>
            <a:endParaRPr lang="en-US" sz="1300" dirty="0">
              <a:latin typeface="Quicksand Bold" pitchFamily="50" charset="0"/>
            </a:endParaRPr>
          </a:p>
        </p:txBody>
      </p:sp>
      <p:sp>
        <p:nvSpPr>
          <p:cNvPr id="27" name="TextBox 26">
            <a:extLst>
              <a:ext uri="{FF2B5EF4-FFF2-40B4-BE49-F238E27FC236}">
                <a16:creationId xmlns:a16="http://schemas.microsoft.com/office/drawing/2014/main" id="{F44A877C-A0D4-586C-1A60-D962C0BC25C1}"/>
              </a:ext>
            </a:extLst>
          </p:cNvPr>
          <p:cNvSpPr txBox="1"/>
          <p:nvPr/>
        </p:nvSpPr>
        <p:spPr>
          <a:xfrm>
            <a:off x="8258321" y="1614382"/>
            <a:ext cx="2318098" cy="292388"/>
          </a:xfrm>
          <a:prstGeom prst="rect">
            <a:avLst/>
          </a:prstGeom>
          <a:noFill/>
        </p:spPr>
        <p:txBody>
          <a:bodyPr wrap="square" rtlCol="0">
            <a:spAutoFit/>
          </a:bodyPr>
          <a:lstStyle/>
          <a:p>
            <a:pPr algn="ctr"/>
            <a:r>
              <a:rPr lang="en-US" sz="1300" dirty="0">
                <a:latin typeface="Quicksand Bold" pitchFamily="50" charset="0"/>
              </a:rPr>
              <a:t>Developpement </a:t>
            </a:r>
            <a:r>
              <a:rPr lang="en-US" sz="1300" dirty="0" err="1">
                <a:latin typeface="Quicksand Bold" pitchFamily="50" charset="0"/>
              </a:rPr>
              <a:t>frontale</a:t>
            </a:r>
            <a:endParaRPr lang="en-US" sz="1300" dirty="0">
              <a:latin typeface="Quicksand Bold" pitchFamily="50" charset="0"/>
            </a:endParaRPr>
          </a:p>
        </p:txBody>
      </p:sp>
      <p:pic>
        <p:nvPicPr>
          <p:cNvPr id="6148" name="Picture 4" descr="Sentiment Analysis — using NLTK Vader | by Skillcate AI | Medium">
            <a:extLst>
              <a:ext uri="{FF2B5EF4-FFF2-40B4-BE49-F238E27FC236}">
                <a16:creationId xmlns:a16="http://schemas.microsoft.com/office/drawing/2014/main" id="{880652E4-C724-3A31-901D-D48F975C975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98575" y="1924723"/>
            <a:ext cx="1608635" cy="876790"/>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FAAB5177-1CB8-D11F-C9BE-013C80A359C8}"/>
              </a:ext>
            </a:extLst>
          </p:cNvPr>
          <p:cNvSpPr txBox="1"/>
          <p:nvPr/>
        </p:nvSpPr>
        <p:spPr>
          <a:xfrm>
            <a:off x="4492085" y="1569854"/>
            <a:ext cx="2318098" cy="292388"/>
          </a:xfrm>
          <a:prstGeom prst="rect">
            <a:avLst/>
          </a:prstGeom>
          <a:noFill/>
        </p:spPr>
        <p:txBody>
          <a:bodyPr wrap="square" rtlCol="0">
            <a:spAutoFit/>
          </a:bodyPr>
          <a:lstStyle/>
          <a:p>
            <a:pPr algn="ctr"/>
            <a:r>
              <a:rPr lang="en-US" sz="1300" dirty="0" err="1">
                <a:latin typeface="Quicksand Bold" pitchFamily="50" charset="0"/>
              </a:rPr>
              <a:t>Pretraitement</a:t>
            </a:r>
            <a:r>
              <a:rPr lang="en-US" sz="1300" dirty="0">
                <a:latin typeface="Quicksand Bold" pitchFamily="50" charset="0"/>
              </a:rPr>
              <a:t> du text </a:t>
            </a:r>
          </a:p>
        </p:txBody>
      </p:sp>
      <p:cxnSp>
        <p:nvCxnSpPr>
          <p:cNvPr id="30" name="Connector: Curved 29">
            <a:extLst>
              <a:ext uri="{FF2B5EF4-FFF2-40B4-BE49-F238E27FC236}">
                <a16:creationId xmlns:a16="http://schemas.microsoft.com/office/drawing/2014/main" id="{7983CB6E-F681-3D18-ABBE-A8C98C6D7616}"/>
              </a:ext>
            </a:extLst>
          </p:cNvPr>
          <p:cNvCxnSpPr>
            <a:stCxn id="6146" idx="1"/>
          </p:cNvCxnSpPr>
          <p:nvPr/>
        </p:nvCxnSpPr>
        <p:spPr>
          <a:xfrm rot="10800000">
            <a:off x="2941163" y="2749842"/>
            <a:ext cx="2223334" cy="95800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29B93B2E-F97B-E544-B131-B0A72607442E}"/>
              </a:ext>
            </a:extLst>
          </p:cNvPr>
          <p:cNvCxnSpPr>
            <a:stCxn id="6146" idx="0"/>
            <a:endCxn id="6148" idx="2"/>
          </p:cNvCxnSpPr>
          <p:nvPr/>
        </p:nvCxnSpPr>
        <p:spPr>
          <a:xfrm rot="5400000" flipH="1" flipV="1">
            <a:off x="5368923" y="3035482"/>
            <a:ext cx="467938" cy="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2D51EA77-0A0F-6FE1-6C95-6F08957EDF2D}"/>
              </a:ext>
            </a:extLst>
          </p:cNvPr>
          <p:cNvCxnSpPr>
            <a:cxnSpLocks/>
            <a:stCxn id="6146" idx="3"/>
            <a:endCxn id="14" idx="1"/>
          </p:cNvCxnSpPr>
          <p:nvPr/>
        </p:nvCxnSpPr>
        <p:spPr>
          <a:xfrm flipV="1">
            <a:off x="6041287" y="2407004"/>
            <a:ext cx="2452737" cy="130084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709F092C-6B21-7A1F-BD07-EF8913AEB8FD}"/>
              </a:ext>
            </a:extLst>
          </p:cNvPr>
          <p:cNvCxnSpPr>
            <a:cxnSpLocks/>
            <a:stCxn id="6146" idx="1"/>
            <a:endCxn id="12" idx="3"/>
          </p:cNvCxnSpPr>
          <p:nvPr/>
        </p:nvCxnSpPr>
        <p:spPr>
          <a:xfrm rot="10800000" flipV="1">
            <a:off x="2711765" y="3707846"/>
            <a:ext cx="2452732" cy="224810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Curved 38">
            <a:extLst>
              <a:ext uri="{FF2B5EF4-FFF2-40B4-BE49-F238E27FC236}">
                <a16:creationId xmlns:a16="http://schemas.microsoft.com/office/drawing/2014/main" id="{6A338CDF-58F0-F867-8E07-D1EAF77F0423}"/>
              </a:ext>
            </a:extLst>
          </p:cNvPr>
          <p:cNvCxnSpPr>
            <a:cxnSpLocks/>
            <a:stCxn id="46" idx="2"/>
            <a:endCxn id="24" idx="0"/>
          </p:cNvCxnSpPr>
          <p:nvPr/>
        </p:nvCxnSpPr>
        <p:spPr>
          <a:xfrm rot="16200000" flipH="1">
            <a:off x="5276672" y="4883092"/>
            <a:ext cx="712439" cy="3648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E5B3EA29-306B-D13A-A4A8-7C2EA76099F4}"/>
              </a:ext>
            </a:extLst>
          </p:cNvPr>
          <p:cNvCxnSpPr>
            <a:cxnSpLocks/>
            <a:stCxn id="6146" idx="3"/>
            <a:endCxn id="10" idx="1"/>
          </p:cNvCxnSpPr>
          <p:nvPr/>
        </p:nvCxnSpPr>
        <p:spPr>
          <a:xfrm>
            <a:off x="6041287" y="3707846"/>
            <a:ext cx="2452737" cy="2075416"/>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FA301275-80A4-5D7A-47BD-7734259A371A}"/>
              </a:ext>
            </a:extLst>
          </p:cNvPr>
          <p:cNvSpPr txBox="1"/>
          <p:nvPr/>
        </p:nvSpPr>
        <p:spPr>
          <a:xfrm>
            <a:off x="4993294" y="4175784"/>
            <a:ext cx="1242707" cy="369332"/>
          </a:xfrm>
          <a:prstGeom prst="rect">
            <a:avLst/>
          </a:prstGeom>
          <a:noFill/>
        </p:spPr>
        <p:txBody>
          <a:bodyPr wrap="square" rtlCol="0">
            <a:spAutoFit/>
          </a:bodyPr>
          <a:lstStyle/>
          <a:p>
            <a:r>
              <a:rPr lang="en-US" dirty="0">
                <a:latin typeface="Agency FB" panose="020B0503020202020204" pitchFamily="34" charset="0"/>
              </a:rPr>
              <a:t>Equipe dev </a:t>
            </a:r>
          </a:p>
        </p:txBody>
      </p:sp>
    </p:spTree>
    <p:extLst>
      <p:ext uri="{BB962C8B-B14F-4D97-AF65-F5344CB8AC3E}">
        <p14:creationId xmlns:p14="http://schemas.microsoft.com/office/powerpoint/2010/main" val="2141091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A3C3-BFAC-A2EA-FE9F-CFC6E37B5E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3EB203-1739-8ABF-2BA9-A210AA33EB8C}"/>
              </a:ext>
            </a:extLst>
          </p:cNvPr>
          <p:cNvSpPr>
            <a:spLocks noGrp="1"/>
          </p:cNvSpPr>
          <p:nvPr>
            <p:ph type="sldNum" sz="quarter" idx="12"/>
          </p:nvPr>
        </p:nvSpPr>
        <p:spPr/>
        <p:txBody>
          <a:bodyPr/>
          <a:lstStyle/>
          <a:p>
            <a:fld id="{12BB5861-8602-4C7B-8FD3-C437005C3227}" type="slidenum">
              <a:rPr lang="en-US" smtClean="0"/>
              <a:t>11</a:t>
            </a:fld>
            <a:endParaRPr lang="en-US" dirty="0"/>
          </a:p>
        </p:txBody>
      </p:sp>
      <p:sp>
        <p:nvSpPr>
          <p:cNvPr id="4" name="Rectangle 3">
            <a:extLst>
              <a:ext uri="{FF2B5EF4-FFF2-40B4-BE49-F238E27FC236}">
                <a16:creationId xmlns:a16="http://schemas.microsoft.com/office/drawing/2014/main" id="{35AAC010-D52A-6A33-8768-0AD5AFD43C03}"/>
              </a:ext>
            </a:extLst>
          </p:cNvPr>
          <p:cNvSpPr/>
          <p:nvPr/>
        </p:nvSpPr>
        <p:spPr>
          <a:xfrm>
            <a:off x="0" y="-125412"/>
            <a:ext cx="12192000" cy="839788"/>
          </a:xfrm>
          <a:prstGeom prst="rect">
            <a:avLst/>
          </a:prstGeom>
          <a:solidFill>
            <a:srgbClr val="EC902D"/>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t>
            </a:r>
            <a:r>
              <a:rPr lang="en-US" dirty="0" err="1"/>
              <a:t>Outils</a:t>
            </a:r>
            <a:r>
              <a:rPr lang="en-US" dirty="0"/>
              <a:t>   :  Les services AWS </a:t>
            </a:r>
          </a:p>
        </p:txBody>
      </p:sp>
      <p:sp>
        <p:nvSpPr>
          <p:cNvPr id="3" name="TextBox 2">
            <a:extLst>
              <a:ext uri="{FF2B5EF4-FFF2-40B4-BE49-F238E27FC236}">
                <a16:creationId xmlns:a16="http://schemas.microsoft.com/office/drawing/2014/main" id="{E005F0D7-C940-18F4-72D9-323B61B64501}"/>
              </a:ext>
            </a:extLst>
          </p:cNvPr>
          <p:cNvSpPr txBox="1"/>
          <p:nvPr/>
        </p:nvSpPr>
        <p:spPr>
          <a:xfrm>
            <a:off x="2419351" y="856140"/>
            <a:ext cx="6734174" cy="553998"/>
          </a:xfrm>
          <a:prstGeom prst="rect">
            <a:avLst/>
          </a:prstGeom>
          <a:noFill/>
        </p:spPr>
        <p:txBody>
          <a:bodyPr wrap="square" rtlCol="0">
            <a:spAutoFit/>
          </a:bodyPr>
          <a:lstStyle/>
          <a:p>
            <a:pPr algn="ctr"/>
            <a:r>
              <a:rPr lang="en-US" sz="3000" dirty="0">
                <a:solidFill>
                  <a:srgbClr val="020A52"/>
                </a:solidFill>
                <a:latin typeface="Garamond" panose="02020404030301010803" pitchFamily="18" charset="0"/>
                <a:cs typeface="Cascadia Code" panose="020B0609020000020004" pitchFamily="49" charset="0"/>
              </a:rPr>
              <a:t>Les services AWS :  </a:t>
            </a:r>
          </a:p>
        </p:txBody>
      </p:sp>
      <p:pic>
        <p:nvPicPr>
          <p:cNvPr id="6" name="Picture 5">
            <a:extLst>
              <a:ext uri="{FF2B5EF4-FFF2-40B4-BE49-F238E27FC236}">
                <a16:creationId xmlns:a16="http://schemas.microsoft.com/office/drawing/2014/main" id="{6F60E98A-A94D-D0E0-3651-73721039E48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6192" y="962463"/>
            <a:ext cx="895350" cy="895350"/>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BD0DDAAA-427B-2369-6CB4-B0A1FB054C6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9480" y="5622628"/>
            <a:ext cx="895350" cy="895350"/>
          </a:xfrm>
          <a:prstGeom prst="rect">
            <a:avLst/>
          </a:prstGeom>
          <a:ln>
            <a:noFill/>
          </a:ln>
          <a:effectLst>
            <a:outerShdw blurRad="190500" algn="tl" rotWithShape="0">
              <a:srgbClr val="000000">
                <a:alpha val="70000"/>
              </a:srgbClr>
            </a:outerShdw>
          </a:effectLst>
        </p:spPr>
      </p:pic>
      <p:pic>
        <p:nvPicPr>
          <p:cNvPr id="17" name="Picture 16">
            <a:extLst>
              <a:ext uri="{FF2B5EF4-FFF2-40B4-BE49-F238E27FC236}">
                <a16:creationId xmlns:a16="http://schemas.microsoft.com/office/drawing/2014/main" id="{7B59942B-CD4F-D0D2-4490-F661BB675BD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031726" y="1554368"/>
            <a:ext cx="847725" cy="847725"/>
          </a:xfrm>
          <a:prstGeom prst="rect">
            <a:avLst/>
          </a:prstGeom>
          <a:ln>
            <a:noFill/>
          </a:ln>
          <a:effectLst>
            <a:outerShdw blurRad="190500" algn="tl" rotWithShape="0">
              <a:srgbClr val="000000">
                <a:alpha val="70000"/>
              </a:srgbClr>
            </a:outerShdw>
          </a:effectLst>
        </p:spPr>
      </p:pic>
      <p:pic>
        <p:nvPicPr>
          <p:cNvPr id="18" name="Picture 17">
            <a:extLst>
              <a:ext uri="{FF2B5EF4-FFF2-40B4-BE49-F238E27FC236}">
                <a16:creationId xmlns:a16="http://schemas.microsoft.com/office/drawing/2014/main" id="{8632E871-973D-37F7-E833-FFE9D87B96D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4436" y="5622628"/>
            <a:ext cx="914400" cy="914400"/>
          </a:xfrm>
          <a:prstGeom prst="rect">
            <a:avLst/>
          </a:prstGeom>
          <a:ln>
            <a:noFill/>
          </a:ln>
          <a:effectLst>
            <a:outerShdw blurRad="190500" algn="tl" rotWithShape="0">
              <a:srgbClr val="000000">
                <a:alpha val="70000"/>
              </a:srgbClr>
            </a:outerShdw>
          </a:effectLst>
        </p:spPr>
      </p:pic>
      <p:pic>
        <p:nvPicPr>
          <p:cNvPr id="19" name="Picture 18" descr="Aws Iam icon - Free Download PNG &amp; SVG | Streamline">
            <a:extLst>
              <a:ext uri="{FF2B5EF4-FFF2-40B4-BE49-F238E27FC236}">
                <a16:creationId xmlns:a16="http://schemas.microsoft.com/office/drawing/2014/main" id="{80F0B39B-04AB-C6F6-4DCE-1C3C0DB67E6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96600" y="4289306"/>
            <a:ext cx="914400" cy="914400"/>
          </a:xfrm>
          <a:prstGeom prst="rect">
            <a:avLst/>
          </a:prstGeom>
          <a:ln>
            <a:noFill/>
          </a:ln>
          <a:effectLst>
            <a:outerShdw blurRad="190500" algn="tl" rotWithShape="0">
              <a:srgbClr val="000000">
                <a:alpha val="70000"/>
              </a:srgbClr>
            </a:outerShdw>
          </a:effectLst>
        </p:spPr>
      </p:pic>
      <p:pic>
        <p:nvPicPr>
          <p:cNvPr id="20" name="Picture 19" descr="AWS Icons - High-Quality Cloud Icons for Your Projects">
            <a:extLst>
              <a:ext uri="{FF2B5EF4-FFF2-40B4-BE49-F238E27FC236}">
                <a16:creationId xmlns:a16="http://schemas.microsoft.com/office/drawing/2014/main" id="{EC232655-6474-F78F-2D8E-8190657345F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135052" y="2969951"/>
            <a:ext cx="1130824" cy="1130824"/>
          </a:xfrm>
          <a:prstGeom prst="rect">
            <a:avLst/>
          </a:prstGeom>
          <a:noFill/>
          <a:ln>
            <a:noFill/>
          </a:ln>
        </p:spPr>
      </p:pic>
      <p:cxnSp>
        <p:nvCxnSpPr>
          <p:cNvPr id="21" name="Connector: Curved 20">
            <a:extLst>
              <a:ext uri="{FF2B5EF4-FFF2-40B4-BE49-F238E27FC236}">
                <a16:creationId xmlns:a16="http://schemas.microsoft.com/office/drawing/2014/main" id="{5041F648-51F6-E4C6-D78F-495C4A483FDA}"/>
              </a:ext>
            </a:extLst>
          </p:cNvPr>
          <p:cNvCxnSpPr>
            <a:cxnSpLocks/>
            <a:stCxn id="20" idx="1"/>
            <a:endCxn id="29" idx="3"/>
          </p:cNvCxnSpPr>
          <p:nvPr/>
        </p:nvCxnSpPr>
        <p:spPr>
          <a:xfrm rot="10800000">
            <a:off x="3176834" y="1363849"/>
            <a:ext cx="1958219" cy="217151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95F83FA-A08B-D31A-BF75-B9AB9C420300}"/>
              </a:ext>
            </a:extLst>
          </p:cNvPr>
          <p:cNvSpPr txBox="1"/>
          <p:nvPr/>
        </p:nvSpPr>
        <p:spPr>
          <a:xfrm>
            <a:off x="1611984" y="1202265"/>
            <a:ext cx="1564849" cy="323165"/>
          </a:xfrm>
          <a:prstGeom prst="rect">
            <a:avLst/>
          </a:prstGeom>
          <a:noFill/>
        </p:spPr>
        <p:txBody>
          <a:bodyPr wrap="square" rtlCol="0">
            <a:spAutoFit/>
          </a:bodyPr>
          <a:lstStyle/>
          <a:p>
            <a:r>
              <a:rPr lang="en-US" sz="1500" dirty="0">
                <a:solidFill>
                  <a:srgbClr val="7AA116"/>
                </a:solidFill>
                <a:latin typeface="Quicksand Bold" pitchFamily="50" charset="0"/>
              </a:rPr>
              <a:t>Amazon S3 : </a:t>
            </a:r>
          </a:p>
        </p:txBody>
      </p:sp>
      <p:sp>
        <p:nvSpPr>
          <p:cNvPr id="31" name="TextBox 30">
            <a:extLst>
              <a:ext uri="{FF2B5EF4-FFF2-40B4-BE49-F238E27FC236}">
                <a16:creationId xmlns:a16="http://schemas.microsoft.com/office/drawing/2014/main" id="{C41B3291-0720-1EE7-CA10-34452CD5904F}"/>
              </a:ext>
            </a:extLst>
          </p:cNvPr>
          <p:cNvSpPr txBox="1"/>
          <p:nvPr/>
        </p:nvSpPr>
        <p:spPr>
          <a:xfrm>
            <a:off x="911161" y="5165428"/>
            <a:ext cx="2468251" cy="323165"/>
          </a:xfrm>
          <a:prstGeom prst="rect">
            <a:avLst/>
          </a:prstGeom>
          <a:noFill/>
        </p:spPr>
        <p:txBody>
          <a:bodyPr wrap="square" rtlCol="0">
            <a:spAutoFit/>
          </a:bodyPr>
          <a:lstStyle/>
          <a:p>
            <a:r>
              <a:rPr lang="en-US" sz="1500" dirty="0">
                <a:solidFill>
                  <a:srgbClr val="8C4FFF"/>
                </a:solidFill>
                <a:latin typeface="Quicksand Bold" pitchFamily="50" charset="0"/>
              </a:rPr>
              <a:t>Amazon API Gateway : </a:t>
            </a:r>
          </a:p>
        </p:txBody>
      </p:sp>
      <p:sp>
        <p:nvSpPr>
          <p:cNvPr id="34" name="TextBox 33">
            <a:extLst>
              <a:ext uri="{FF2B5EF4-FFF2-40B4-BE49-F238E27FC236}">
                <a16:creationId xmlns:a16="http://schemas.microsoft.com/office/drawing/2014/main" id="{9ECF8E26-8F83-85ED-ECD2-513D63683C50}"/>
              </a:ext>
            </a:extLst>
          </p:cNvPr>
          <p:cNvSpPr txBox="1"/>
          <p:nvPr/>
        </p:nvSpPr>
        <p:spPr>
          <a:xfrm>
            <a:off x="5895983" y="5165428"/>
            <a:ext cx="2468251" cy="323165"/>
          </a:xfrm>
          <a:prstGeom prst="rect">
            <a:avLst/>
          </a:prstGeom>
          <a:noFill/>
        </p:spPr>
        <p:txBody>
          <a:bodyPr wrap="square" rtlCol="0">
            <a:spAutoFit/>
          </a:bodyPr>
          <a:lstStyle/>
          <a:p>
            <a:r>
              <a:rPr lang="en-US" sz="1500" dirty="0">
                <a:solidFill>
                  <a:srgbClr val="01A88D"/>
                </a:solidFill>
                <a:latin typeface="Quicksand Bold" pitchFamily="50" charset="0"/>
              </a:rPr>
              <a:t>Amazon SageMaker :  </a:t>
            </a:r>
          </a:p>
        </p:txBody>
      </p:sp>
      <p:cxnSp>
        <p:nvCxnSpPr>
          <p:cNvPr id="35" name="Connector: Curved 34">
            <a:extLst>
              <a:ext uri="{FF2B5EF4-FFF2-40B4-BE49-F238E27FC236}">
                <a16:creationId xmlns:a16="http://schemas.microsoft.com/office/drawing/2014/main" id="{52B1493B-AD07-B69A-56B4-ED82C6D1D18D}"/>
              </a:ext>
            </a:extLst>
          </p:cNvPr>
          <p:cNvCxnSpPr>
            <a:cxnSpLocks/>
            <a:stCxn id="20" idx="1"/>
            <a:endCxn id="31" idx="0"/>
          </p:cNvCxnSpPr>
          <p:nvPr/>
        </p:nvCxnSpPr>
        <p:spPr>
          <a:xfrm rot="10800000" flipV="1">
            <a:off x="2145288" y="3535362"/>
            <a:ext cx="2989765" cy="163006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54778714-886F-A165-DA68-F09C9CEE475F}"/>
              </a:ext>
            </a:extLst>
          </p:cNvPr>
          <p:cNvCxnSpPr>
            <a:cxnSpLocks/>
            <a:stCxn id="20" idx="2"/>
            <a:endCxn id="16" idx="0"/>
          </p:cNvCxnSpPr>
          <p:nvPr/>
        </p:nvCxnSpPr>
        <p:spPr>
          <a:xfrm rot="5400000">
            <a:off x="4817884" y="4740047"/>
            <a:ext cx="1521853" cy="243309"/>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7A8C381B-40C4-F0AA-6190-DDCADF00C15A}"/>
              </a:ext>
            </a:extLst>
          </p:cNvPr>
          <p:cNvCxnSpPr>
            <a:cxnSpLocks/>
            <a:stCxn id="20" idx="3"/>
            <a:endCxn id="50" idx="1"/>
          </p:cNvCxnSpPr>
          <p:nvPr/>
        </p:nvCxnSpPr>
        <p:spPr>
          <a:xfrm>
            <a:off x="6265876" y="3535363"/>
            <a:ext cx="3043710" cy="114601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068A7CCE-E648-3BEA-EE85-E3FBE300536E}"/>
              </a:ext>
            </a:extLst>
          </p:cNvPr>
          <p:cNvSpPr txBox="1"/>
          <p:nvPr/>
        </p:nvSpPr>
        <p:spPr>
          <a:xfrm>
            <a:off x="9309586" y="4519793"/>
            <a:ext cx="1474254" cy="323165"/>
          </a:xfrm>
          <a:prstGeom prst="rect">
            <a:avLst/>
          </a:prstGeom>
          <a:noFill/>
        </p:spPr>
        <p:txBody>
          <a:bodyPr wrap="square" rtlCol="0">
            <a:spAutoFit/>
          </a:bodyPr>
          <a:lstStyle/>
          <a:p>
            <a:r>
              <a:rPr lang="en-US" sz="1500" dirty="0">
                <a:solidFill>
                  <a:srgbClr val="DE2D34"/>
                </a:solidFill>
                <a:latin typeface="Quicksand Bold" pitchFamily="50" charset="0"/>
              </a:rPr>
              <a:t>Amazon IAM : </a:t>
            </a:r>
          </a:p>
        </p:txBody>
      </p:sp>
      <p:sp>
        <p:nvSpPr>
          <p:cNvPr id="53" name="TextBox 52">
            <a:extLst>
              <a:ext uri="{FF2B5EF4-FFF2-40B4-BE49-F238E27FC236}">
                <a16:creationId xmlns:a16="http://schemas.microsoft.com/office/drawing/2014/main" id="{7EF7E114-2182-BF06-3ADB-30DBE097342B}"/>
              </a:ext>
            </a:extLst>
          </p:cNvPr>
          <p:cNvSpPr txBox="1"/>
          <p:nvPr/>
        </p:nvSpPr>
        <p:spPr>
          <a:xfrm>
            <a:off x="8564251" y="1453822"/>
            <a:ext cx="1745262" cy="323165"/>
          </a:xfrm>
          <a:prstGeom prst="rect">
            <a:avLst/>
          </a:prstGeom>
          <a:noFill/>
        </p:spPr>
        <p:txBody>
          <a:bodyPr wrap="square" rtlCol="0">
            <a:spAutoFit/>
          </a:bodyPr>
          <a:lstStyle/>
          <a:p>
            <a:r>
              <a:rPr lang="en-US" sz="1500" dirty="0">
                <a:solidFill>
                  <a:srgbClr val="ED7100"/>
                </a:solidFill>
                <a:latin typeface="Quicksand Bold" pitchFamily="50" charset="0"/>
              </a:rPr>
              <a:t>Amazon ECR : </a:t>
            </a:r>
          </a:p>
        </p:txBody>
      </p:sp>
      <p:sp>
        <p:nvSpPr>
          <p:cNvPr id="54" name="Rectangle 53">
            <a:extLst>
              <a:ext uri="{FF2B5EF4-FFF2-40B4-BE49-F238E27FC236}">
                <a16:creationId xmlns:a16="http://schemas.microsoft.com/office/drawing/2014/main" id="{CF227EDA-4768-8FBF-1D0D-C99EC8433B0B}"/>
              </a:ext>
            </a:extLst>
          </p:cNvPr>
          <p:cNvSpPr/>
          <p:nvPr/>
        </p:nvSpPr>
        <p:spPr>
          <a:xfrm>
            <a:off x="491533" y="2071788"/>
            <a:ext cx="2986957" cy="1006373"/>
          </a:xfrm>
          <a:custGeom>
            <a:avLst/>
            <a:gdLst>
              <a:gd name="connsiteX0" fmla="*/ 0 w 2986957"/>
              <a:gd name="connsiteY0" fmla="*/ 0 h 1006373"/>
              <a:gd name="connsiteX1" fmla="*/ 657131 w 2986957"/>
              <a:gd name="connsiteY1" fmla="*/ 0 h 1006373"/>
              <a:gd name="connsiteX2" fmla="*/ 1254522 w 2986957"/>
              <a:gd name="connsiteY2" fmla="*/ 0 h 1006373"/>
              <a:gd name="connsiteX3" fmla="*/ 1881783 w 2986957"/>
              <a:gd name="connsiteY3" fmla="*/ 0 h 1006373"/>
              <a:gd name="connsiteX4" fmla="*/ 2389566 w 2986957"/>
              <a:gd name="connsiteY4" fmla="*/ 0 h 1006373"/>
              <a:gd name="connsiteX5" fmla="*/ 2986957 w 2986957"/>
              <a:gd name="connsiteY5" fmla="*/ 0 h 1006373"/>
              <a:gd name="connsiteX6" fmla="*/ 2986957 w 2986957"/>
              <a:gd name="connsiteY6" fmla="*/ 483059 h 1006373"/>
              <a:gd name="connsiteX7" fmla="*/ 2986957 w 2986957"/>
              <a:gd name="connsiteY7" fmla="*/ 1006373 h 1006373"/>
              <a:gd name="connsiteX8" fmla="*/ 2479174 w 2986957"/>
              <a:gd name="connsiteY8" fmla="*/ 1006373 h 1006373"/>
              <a:gd name="connsiteX9" fmla="*/ 1941522 w 2986957"/>
              <a:gd name="connsiteY9" fmla="*/ 1006373 h 1006373"/>
              <a:gd name="connsiteX10" fmla="*/ 1284392 w 2986957"/>
              <a:gd name="connsiteY10" fmla="*/ 1006373 h 1006373"/>
              <a:gd name="connsiteX11" fmla="*/ 776609 w 2986957"/>
              <a:gd name="connsiteY11" fmla="*/ 1006373 h 1006373"/>
              <a:gd name="connsiteX12" fmla="*/ 0 w 2986957"/>
              <a:gd name="connsiteY12" fmla="*/ 1006373 h 1006373"/>
              <a:gd name="connsiteX13" fmla="*/ 0 w 2986957"/>
              <a:gd name="connsiteY13" fmla="*/ 523314 h 1006373"/>
              <a:gd name="connsiteX14" fmla="*/ 0 w 2986957"/>
              <a:gd name="connsiteY14" fmla="*/ 0 h 1006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6957" h="1006373" extrusionOk="0">
                <a:moveTo>
                  <a:pt x="0" y="0"/>
                </a:moveTo>
                <a:cubicBezTo>
                  <a:pt x="212499" y="29162"/>
                  <a:pt x="386180" y="-11042"/>
                  <a:pt x="657131" y="0"/>
                </a:cubicBezTo>
                <a:cubicBezTo>
                  <a:pt x="928082" y="11042"/>
                  <a:pt x="1078152" y="25530"/>
                  <a:pt x="1254522" y="0"/>
                </a:cubicBezTo>
                <a:cubicBezTo>
                  <a:pt x="1430892" y="-25530"/>
                  <a:pt x="1609964" y="11010"/>
                  <a:pt x="1881783" y="0"/>
                </a:cubicBezTo>
                <a:cubicBezTo>
                  <a:pt x="2153602" y="-11010"/>
                  <a:pt x="2258962" y="20763"/>
                  <a:pt x="2389566" y="0"/>
                </a:cubicBezTo>
                <a:cubicBezTo>
                  <a:pt x="2520170" y="-20763"/>
                  <a:pt x="2800520" y="-7275"/>
                  <a:pt x="2986957" y="0"/>
                </a:cubicBezTo>
                <a:cubicBezTo>
                  <a:pt x="3005649" y="134750"/>
                  <a:pt x="2994745" y="262944"/>
                  <a:pt x="2986957" y="483059"/>
                </a:cubicBezTo>
                <a:cubicBezTo>
                  <a:pt x="2979169" y="703174"/>
                  <a:pt x="2979170" y="767590"/>
                  <a:pt x="2986957" y="1006373"/>
                </a:cubicBezTo>
                <a:cubicBezTo>
                  <a:pt x="2882150" y="1003926"/>
                  <a:pt x="2649495" y="1010201"/>
                  <a:pt x="2479174" y="1006373"/>
                </a:cubicBezTo>
                <a:cubicBezTo>
                  <a:pt x="2308853" y="1002545"/>
                  <a:pt x="2189247" y="997171"/>
                  <a:pt x="1941522" y="1006373"/>
                </a:cubicBezTo>
                <a:cubicBezTo>
                  <a:pt x="1693797" y="1015575"/>
                  <a:pt x="1556186" y="1036153"/>
                  <a:pt x="1284392" y="1006373"/>
                </a:cubicBezTo>
                <a:cubicBezTo>
                  <a:pt x="1012598" y="976594"/>
                  <a:pt x="963941" y="982495"/>
                  <a:pt x="776609" y="1006373"/>
                </a:cubicBezTo>
                <a:cubicBezTo>
                  <a:pt x="589277" y="1030251"/>
                  <a:pt x="239757" y="973511"/>
                  <a:pt x="0" y="1006373"/>
                </a:cubicBezTo>
                <a:cubicBezTo>
                  <a:pt x="-8221" y="847310"/>
                  <a:pt x="-18650" y="683596"/>
                  <a:pt x="0" y="523314"/>
                </a:cubicBezTo>
                <a:cubicBezTo>
                  <a:pt x="18650" y="363032"/>
                  <a:pt x="-7173" y="256068"/>
                  <a:pt x="0" y="0"/>
                </a:cubicBezTo>
                <a:close/>
              </a:path>
            </a:pathLst>
          </a:custGeom>
          <a:noFill/>
          <a:ln>
            <a:extLst>
              <a:ext uri="{C807C97D-BFC1-408E-A445-0C87EB9F89A2}">
                <ask:lineSketchStyleProps xmlns:ask="http://schemas.microsoft.com/office/drawing/2018/sketchyshapes" sd="69112762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sz="1600" dirty="0">
                <a:solidFill>
                  <a:schemeClr val="tx1"/>
                </a:solidFill>
                <a:latin typeface="Century Gothic" panose="020B0502020202020204" pitchFamily="34" charset="0"/>
              </a:rPr>
              <a:t>Stockage des </a:t>
            </a:r>
            <a:r>
              <a:rPr lang="en-US" sz="1600" dirty="0" err="1">
                <a:solidFill>
                  <a:schemeClr val="tx1"/>
                </a:solidFill>
                <a:latin typeface="Century Gothic" panose="020B0502020202020204" pitchFamily="34" charset="0"/>
              </a:rPr>
              <a:t>objets</a:t>
            </a:r>
            <a:r>
              <a:rPr lang="en-US" sz="1600" dirty="0">
                <a:solidFill>
                  <a:schemeClr val="tx1"/>
                </a:solidFill>
                <a:latin typeface="Century Gothic" panose="020B0502020202020204" pitchFamily="34" charset="0"/>
              </a:rPr>
              <a:t>.</a:t>
            </a:r>
          </a:p>
          <a:p>
            <a:pPr marL="285750" indent="-285750" algn="ctr">
              <a:buFont typeface="Arial" panose="020B0604020202020204" pitchFamily="34" charset="0"/>
              <a:buChar char="•"/>
            </a:pPr>
            <a:r>
              <a:rPr lang="en-US" sz="1600" dirty="0" err="1">
                <a:solidFill>
                  <a:schemeClr val="tx1"/>
                </a:solidFill>
                <a:latin typeface="Century Gothic" panose="020B0502020202020204" pitchFamily="34" charset="0"/>
              </a:rPr>
              <a:t>Hebergement</a:t>
            </a:r>
            <a:r>
              <a:rPr lang="en-US" sz="1600" dirty="0">
                <a:solidFill>
                  <a:schemeClr val="tx1"/>
                </a:solidFill>
                <a:latin typeface="Century Gothic" panose="020B0502020202020204" pitchFamily="34" charset="0"/>
              </a:rPr>
              <a:t> des pages statics.</a:t>
            </a:r>
          </a:p>
        </p:txBody>
      </p:sp>
      <p:sp>
        <p:nvSpPr>
          <p:cNvPr id="55" name="Rectangle 54">
            <a:extLst>
              <a:ext uri="{FF2B5EF4-FFF2-40B4-BE49-F238E27FC236}">
                <a16:creationId xmlns:a16="http://schemas.microsoft.com/office/drawing/2014/main" id="{DD8B2ADB-6CAF-B8FD-F209-15730ED8A52B}"/>
              </a:ext>
            </a:extLst>
          </p:cNvPr>
          <p:cNvSpPr/>
          <p:nvPr/>
        </p:nvSpPr>
        <p:spPr>
          <a:xfrm>
            <a:off x="1501542" y="5498960"/>
            <a:ext cx="2468251" cy="1159481"/>
          </a:xfrm>
          <a:custGeom>
            <a:avLst/>
            <a:gdLst>
              <a:gd name="connsiteX0" fmla="*/ 0 w 2468251"/>
              <a:gd name="connsiteY0" fmla="*/ 0 h 1159481"/>
              <a:gd name="connsiteX1" fmla="*/ 666428 w 2468251"/>
              <a:gd name="connsiteY1" fmla="*/ 0 h 1159481"/>
              <a:gd name="connsiteX2" fmla="*/ 1283491 w 2468251"/>
              <a:gd name="connsiteY2" fmla="*/ 0 h 1159481"/>
              <a:gd name="connsiteX3" fmla="*/ 1925236 w 2468251"/>
              <a:gd name="connsiteY3" fmla="*/ 0 h 1159481"/>
              <a:gd name="connsiteX4" fmla="*/ 2468251 w 2468251"/>
              <a:gd name="connsiteY4" fmla="*/ 0 h 1159481"/>
              <a:gd name="connsiteX5" fmla="*/ 2468251 w 2468251"/>
              <a:gd name="connsiteY5" fmla="*/ 568146 h 1159481"/>
              <a:gd name="connsiteX6" fmla="*/ 2468251 w 2468251"/>
              <a:gd name="connsiteY6" fmla="*/ 1159481 h 1159481"/>
              <a:gd name="connsiteX7" fmla="*/ 1851188 w 2468251"/>
              <a:gd name="connsiteY7" fmla="*/ 1159481 h 1159481"/>
              <a:gd name="connsiteX8" fmla="*/ 1258808 w 2468251"/>
              <a:gd name="connsiteY8" fmla="*/ 1159481 h 1159481"/>
              <a:gd name="connsiteX9" fmla="*/ 691110 w 2468251"/>
              <a:gd name="connsiteY9" fmla="*/ 1159481 h 1159481"/>
              <a:gd name="connsiteX10" fmla="*/ 0 w 2468251"/>
              <a:gd name="connsiteY10" fmla="*/ 1159481 h 1159481"/>
              <a:gd name="connsiteX11" fmla="*/ 0 w 2468251"/>
              <a:gd name="connsiteY11" fmla="*/ 614525 h 1159481"/>
              <a:gd name="connsiteX12" fmla="*/ 0 w 2468251"/>
              <a:gd name="connsiteY12" fmla="*/ 0 h 1159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8251" h="1159481" extrusionOk="0">
                <a:moveTo>
                  <a:pt x="0" y="0"/>
                </a:moveTo>
                <a:cubicBezTo>
                  <a:pt x="269388" y="-19004"/>
                  <a:pt x="495009" y="-7857"/>
                  <a:pt x="666428" y="0"/>
                </a:cubicBezTo>
                <a:cubicBezTo>
                  <a:pt x="837847" y="7857"/>
                  <a:pt x="1139629" y="-12151"/>
                  <a:pt x="1283491" y="0"/>
                </a:cubicBezTo>
                <a:cubicBezTo>
                  <a:pt x="1427353" y="12151"/>
                  <a:pt x="1636967" y="-21638"/>
                  <a:pt x="1925236" y="0"/>
                </a:cubicBezTo>
                <a:cubicBezTo>
                  <a:pt x="2213505" y="21638"/>
                  <a:pt x="2341453" y="3330"/>
                  <a:pt x="2468251" y="0"/>
                </a:cubicBezTo>
                <a:cubicBezTo>
                  <a:pt x="2440579" y="217157"/>
                  <a:pt x="2471045" y="317822"/>
                  <a:pt x="2468251" y="568146"/>
                </a:cubicBezTo>
                <a:cubicBezTo>
                  <a:pt x="2465457" y="818470"/>
                  <a:pt x="2463379" y="866531"/>
                  <a:pt x="2468251" y="1159481"/>
                </a:cubicBezTo>
                <a:cubicBezTo>
                  <a:pt x="2244879" y="1153495"/>
                  <a:pt x="2052398" y="1182518"/>
                  <a:pt x="1851188" y="1159481"/>
                </a:cubicBezTo>
                <a:cubicBezTo>
                  <a:pt x="1649978" y="1136444"/>
                  <a:pt x="1455310" y="1162192"/>
                  <a:pt x="1258808" y="1159481"/>
                </a:cubicBezTo>
                <a:cubicBezTo>
                  <a:pt x="1062306" y="1156770"/>
                  <a:pt x="937204" y="1159126"/>
                  <a:pt x="691110" y="1159481"/>
                </a:cubicBezTo>
                <a:cubicBezTo>
                  <a:pt x="445016" y="1159836"/>
                  <a:pt x="187468" y="1175175"/>
                  <a:pt x="0" y="1159481"/>
                </a:cubicBezTo>
                <a:cubicBezTo>
                  <a:pt x="16271" y="976599"/>
                  <a:pt x="22628" y="835330"/>
                  <a:pt x="0" y="614525"/>
                </a:cubicBezTo>
                <a:cubicBezTo>
                  <a:pt x="-22628" y="393720"/>
                  <a:pt x="24282" y="170718"/>
                  <a:pt x="0" y="0"/>
                </a:cubicBezTo>
                <a:close/>
              </a:path>
            </a:pathLst>
          </a:custGeom>
          <a:noFill/>
          <a:ln>
            <a:extLst>
              <a:ext uri="{C807C97D-BFC1-408E-A445-0C87EB9F89A2}">
                <ask:lineSketchStyleProps xmlns:ask="http://schemas.microsoft.com/office/drawing/2018/sketchyshapes" sd="69112762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latin typeface="Century Gothic" panose="020B0502020202020204" pitchFamily="34" charset="0"/>
              </a:rPr>
              <a:t>Securiser</a:t>
            </a:r>
            <a:r>
              <a:rPr lang="en-US" sz="1600" dirty="0">
                <a:solidFill>
                  <a:schemeClr val="tx1"/>
                </a:solidFill>
                <a:latin typeface="Century Gothic" panose="020B0502020202020204" pitchFamily="34" charset="0"/>
              </a:rPr>
              <a:t> </a:t>
            </a:r>
            <a:r>
              <a:rPr lang="en-US" sz="1600" dirty="0" err="1">
                <a:solidFill>
                  <a:schemeClr val="tx1"/>
                </a:solidFill>
                <a:latin typeface="Century Gothic" panose="020B0502020202020204" pitchFamily="34" charset="0"/>
              </a:rPr>
              <a:t>l’acces</a:t>
            </a:r>
            <a:r>
              <a:rPr lang="en-US" sz="1600" dirty="0">
                <a:solidFill>
                  <a:schemeClr val="tx1"/>
                </a:solidFill>
                <a:latin typeface="Century Gothic" panose="020B0502020202020204" pitchFamily="34" charset="0"/>
              </a:rPr>
              <a:t> entre les services interne exposes sur Internet .</a:t>
            </a:r>
          </a:p>
        </p:txBody>
      </p:sp>
      <p:sp>
        <p:nvSpPr>
          <p:cNvPr id="56" name="Rectangle 55">
            <a:extLst>
              <a:ext uri="{FF2B5EF4-FFF2-40B4-BE49-F238E27FC236}">
                <a16:creationId xmlns:a16="http://schemas.microsoft.com/office/drawing/2014/main" id="{2517C6B3-A4CA-F2A8-852E-AFFC894BF66B}"/>
              </a:ext>
            </a:extLst>
          </p:cNvPr>
          <p:cNvSpPr/>
          <p:nvPr/>
        </p:nvSpPr>
        <p:spPr>
          <a:xfrm>
            <a:off x="6096001" y="5660589"/>
            <a:ext cx="2468250" cy="857390"/>
          </a:xfrm>
          <a:custGeom>
            <a:avLst/>
            <a:gdLst>
              <a:gd name="connsiteX0" fmla="*/ 0 w 2468250"/>
              <a:gd name="connsiteY0" fmla="*/ 0 h 857390"/>
              <a:gd name="connsiteX1" fmla="*/ 666428 w 2468250"/>
              <a:gd name="connsiteY1" fmla="*/ 0 h 857390"/>
              <a:gd name="connsiteX2" fmla="*/ 1283490 w 2468250"/>
              <a:gd name="connsiteY2" fmla="*/ 0 h 857390"/>
              <a:gd name="connsiteX3" fmla="*/ 1925235 w 2468250"/>
              <a:gd name="connsiteY3" fmla="*/ 0 h 857390"/>
              <a:gd name="connsiteX4" fmla="*/ 2468250 w 2468250"/>
              <a:gd name="connsiteY4" fmla="*/ 0 h 857390"/>
              <a:gd name="connsiteX5" fmla="*/ 2468250 w 2468250"/>
              <a:gd name="connsiteY5" fmla="*/ 420121 h 857390"/>
              <a:gd name="connsiteX6" fmla="*/ 2468250 w 2468250"/>
              <a:gd name="connsiteY6" fmla="*/ 857390 h 857390"/>
              <a:gd name="connsiteX7" fmla="*/ 1851188 w 2468250"/>
              <a:gd name="connsiteY7" fmla="*/ 857390 h 857390"/>
              <a:gd name="connsiteX8" fmla="*/ 1258808 w 2468250"/>
              <a:gd name="connsiteY8" fmla="*/ 857390 h 857390"/>
              <a:gd name="connsiteX9" fmla="*/ 691110 w 2468250"/>
              <a:gd name="connsiteY9" fmla="*/ 857390 h 857390"/>
              <a:gd name="connsiteX10" fmla="*/ 0 w 2468250"/>
              <a:gd name="connsiteY10" fmla="*/ 857390 h 857390"/>
              <a:gd name="connsiteX11" fmla="*/ 0 w 2468250"/>
              <a:gd name="connsiteY11" fmla="*/ 454417 h 857390"/>
              <a:gd name="connsiteX12" fmla="*/ 0 w 2468250"/>
              <a:gd name="connsiteY12" fmla="*/ 0 h 857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8250" h="857390" extrusionOk="0">
                <a:moveTo>
                  <a:pt x="0" y="0"/>
                </a:moveTo>
                <a:cubicBezTo>
                  <a:pt x="269388" y="-19004"/>
                  <a:pt x="495009" y="-7857"/>
                  <a:pt x="666428" y="0"/>
                </a:cubicBezTo>
                <a:cubicBezTo>
                  <a:pt x="837847" y="7857"/>
                  <a:pt x="1140819" y="-9222"/>
                  <a:pt x="1283490" y="0"/>
                </a:cubicBezTo>
                <a:cubicBezTo>
                  <a:pt x="1426161" y="9222"/>
                  <a:pt x="1636966" y="-21638"/>
                  <a:pt x="1925235" y="0"/>
                </a:cubicBezTo>
                <a:cubicBezTo>
                  <a:pt x="2213504" y="21638"/>
                  <a:pt x="2341452" y="3330"/>
                  <a:pt x="2468250" y="0"/>
                </a:cubicBezTo>
                <a:cubicBezTo>
                  <a:pt x="2457644" y="107107"/>
                  <a:pt x="2467378" y="319697"/>
                  <a:pt x="2468250" y="420121"/>
                </a:cubicBezTo>
                <a:cubicBezTo>
                  <a:pt x="2469122" y="520545"/>
                  <a:pt x="2479436" y="645515"/>
                  <a:pt x="2468250" y="857390"/>
                </a:cubicBezTo>
                <a:cubicBezTo>
                  <a:pt x="2239500" y="848804"/>
                  <a:pt x="2048333" y="875557"/>
                  <a:pt x="1851188" y="857390"/>
                </a:cubicBezTo>
                <a:cubicBezTo>
                  <a:pt x="1654043" y="839223"/>
                  <a:pt x="1455310" y="860101"/>
                  <a:pt x="1258808" y="857390"/>
                </a:cubicBezTo>
                <a:cubicBezTo>
                  <a:pt x="1062306" y="854679"/>
                  <a:pt x="937204" y="857035"/>
                  <a:pt x="691110" y="857390"/>
                </a:cubicBezTo>
                <a:cubicBezTo>
                  <a:pt x="445016" y="857745"/>
                  <a:pt x="187468" y="873084"/>
                  <a:pt x="0" y="857390"/>
                </a:cubicBezTo>
                <a:cubicBezTo>
                  <a:pt x="17745" y="705309"/>
                  <a:pt x="-16317" y="630338"/>
                  <a:pt x="0" y="454417"/>
                </a:cubicBezTo>
                <a:cubicBezTo>
                  <a:pt x="16317" y="278496"/>
                  <a:pt x="-2852" y="203901"/>
                  <a:pt x="0" y="0"/>
                </a:cubicBezTo>
                <a:close/>
              </a:path>
            </a:pathLst>
          </a:custGeom>
          <a:noFill/>
          <a:ln>
            <a:extLst>
              <a:ext uri="{C807C97D-BFC1-408E-A445-0C87EB9F89A2}">
                <ask:lineSketchStyleProps xmlns:ask="http://schemas.microsoft.com/office/drawing/2018/sketchyshapes" sd="69112762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sz="1600" dirty="0" err="1">
                <a:solidFill>
                  <a:schemeClr val="tx1"/>
                </a:solidFill>
                <a:latin typeface="Century Gothic" panose="020B0502020202020204" pitchFamily="34" charset="0"/>
              </a:rPr>
              <a:t>Entrainement</a:t>
            </a:r>
            <a:r>
              <a:rPr lang="en-US" sz="1600" dirty="0">
                <a:solidFill>
                  <a:schemeClr val="tx1"/>
                </a:solidFill>
                <a:latin typeface="Century Gothic" panose="020B0502020202020204" pitchFamily="34" charset="0"/>
              </a:rPr>
              <a:t> des models ML et </a:t>
            </a:r>
            <a:r>
              <a:rPr lang="en-US" sz="1600" dirty="0" err="1">
                <a:solidFill>
                  <a:schemeClr val="tx1"/>
                </a:solidFill>
                <a:latin typeface="Century Gothic" panose="020B0502020202020204" pitchFamily="34" charset="0"/>
              </a:rPr>
              <a:t>leur</a:t>
            </a:r>
            <a:r>
              <a:rPr lang="en-US" sz="1600" dirty="0">
                <a:solidFill>
                  <a:schemeClr val="tx1"/>
                </a:solidFill>
                <a:latin typeface="Century Gothic" panose="020B0502020202020204" pitchFamily="34" charset="0"/>
              </a:rPr>
              <a:t> deployment </a:t>
            </a:r>
          </a:p>
        </p:txBody>
      </p:sp>
      <p:sp>
        <p:nvSpPr>
          <p:cNvPr id="58" name="Rectangle 57">
            <a:extLst>
              <a:ext uri="{FF2B5EF4-FFF2-40B4-BE49-F238E27FC236}">
                <a16:creationId xmlns:a16="http://schemas.microsoft.com/office/drawing/2014/main" id="{07EAB180-D875-AA2C-B658-CCFBD1613D89}"/>
              </a:ext>
            </a:extLst>
          </p:cNvPr>
          <p:cNvSpPr/>
          <p:nvPr/>
        </p:nvSpPr>
        <p:spPr>
          <a:xfrm>
            <a:off x="9368635" y="5435440"/>
            <a:ext cx="2666304" cy="689176"/>
          </a:xfrm>
          <a:custGeom>
            <a:avLst/>
            <a:gdLst>
              <a:gd name="connsiteX0" fmla="*/ 0 w 2666304"/>
              <a:gd name="connsiteY0" fmla="*/ 0 h 689176"/>
              <a:gd name="connsiteX1" fmla="*/ 719902 w 2666304"/>
              <a:gd name="connsiteY1" fmla="*/ 0 h 689176"/>
              <a:gd name="connsiteX2" fmla="*/ 1386478 w 2666304"/>
              <a:gd name="connsiteY2" fmla="*/ 0 h 689176"/>
              <a:gd name="connsiteX3" fmla="*/ 2079717 w 2666304"/>
              <a:gd name="connsiteY3" fmla="*/ 0 h 689176"/>
              <a:gd name="connsiteX4" fmla="*/ 2666304 w 2666304"/>
              <a:gd name="connsiteY4" fmla="*/ 0 h 689176"/>
              <a:gd name="connsiteX5" fmla="*/ 2666304 w 2666304"/>
              <a:gd name="connsiteY5" fmla="*/ 689176 h 689176"/>
              <a:gd name="connsiteX6" fmla="*/ 1973065 w 2666304"/>
              <a:gd name="connsiteY6" fmla="*/ 689176 h 689176"/>
              <a:gd name="connsiteX7" fmla="*/ 1253163 w 2666304"/>
              <a:gd name="connsiteY7" fmla="*/ 689176 h 689176"/>
              <a:gd name="connsiteX8" fmla="*/ 613250 w 2666304"/>
              <a:gd name="connsiteY8" fmla="*/ 689176 h 689176"/>
              <a:gd name="connsiteX9" fmla="*/ 0 w 2666304"/>
              <a:gd name="connsiteY9" fmla="*/ 689176 h 689176"/>
              <a:gd name="connsiteX10" fmla="*/ 0 w 2666304"/>
              <a:gd name="connsiteY10" fmla="*/ 0 h 68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6304" h="689176" extrusionOk="0">
                <a:moveTo>
                  <a:pt x="0" y="0"/>
                </a:moveTo>
                <a:cubicBezTo>
                  <a:pt x="314691" y="-26826"/>
                  <a:pt x="408320" y="17366"/>
                  <a:pt x="719902" y="0"/>
                </a:cubicBezTo>
                <a:cubicBezTo>
                  <a:pt x="1031484" y="-17366"/>
                  <a:pt x="1225293" y="-6120"/>
                  <a:pt x="1386478" y="0"/>
                </a:cubicBezTo>
                <a:cubicBezTo>
                  <a:pt x="1547663" y="6120"/>
                  <a:pt x="1857962" y="6774"/>
                  <a:pt x="2079717" y="0"/>
                </a:cubicBezTo>
                <a:cubicBezTo>
                  <a:pt x="2301472" y="-6774"/>
                  <a:pt x="2498460" y="12198"/>
                  <a:pt x="2666304" y="0"/>
                </a:cubicBezTo>
                <a:cubicBezTo>
                  <a:pt x="2644728" y="338544"/>
                  <a:pt x="2633638" y="378683"/>
                  <a:pt x="2666304" y="689176"/>
                </a:cubicBezTo>
                <a:cubicBezTo>
                  <a:pt x="2496042" y="671685"/>
                  <a:pt x="2115547" y="722496"/>
                  <a:pt x="1973065" y="689176"/>
                </a:cubicBezTo>
                <a:cubicBezTo>
                  <a:pt x="1830583" y="655856"/>
                  <a:pt x="1456162" y="686895"/>
                  <a:pt x="1253163" y="689176"/>
                </a:cubicBezTo>
                <a:cubicBezTo>
                  <a:pt x="1050164" y="691457"/>
                  <a:pt x="861002" y="665566"/>
                  <a:pt x="613250" y="689176"/>
                </a:cubicBezTo>
                <a:cubicBezTo>
                  <a:pt x="365498" y="712786"/>
                  <a:pt x="262568" y="682546"/>
                  <a:pt x="0" y="689176"/>
                </a:cubicBezTo>
                <a:cubicBezTo>
                  <a:pt x="33530" y="417401"/>
                  <a:pt x="-31410" y="310668"/>
                  <a:pt x="0" y="0"/>
                </a:cubicBezTo>
                <a:close/>
              </a:path>
            </a:pathLst>
          </a:custGeom>
          <a:noFill/>
          <a:ln>
            <a:extLst>
              <a:ext uri="{C807C97D-BFC1-408E-A445-0C87EB9F89A2}">
                <ask:lineSketchStyleProps xmlns:ask="http://schemas.microsoft.com/office/drawing/2018/sketchyshapes" sd="69112762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sz="1600" dirty="0">
                <a:solidFill>
                  <a:schemeClr val="tx1"/>
                </a:solidFill>
                <a:latin typeface="Century Gothic" panose="020B0502020202020204" pitchFamily="34" charset="0"/>
              </a:rPr>
              <a:t>Gestion des droits </a:t>
            </a:r>
            <a:r>
              <a:rPr lang="en-US" sz="1600" dirty="0" err="1">
                <a:solidFill>
                  <a:schemeClr val="tx1"/>
                </a:solidFill>
                <a:latin typeface="Century Gothic" panose="020B0502020202020204" pitchFamily="34" charset="0"/>
              </a:rPr>
              <a:t>d’acces</a:t>
            </a:r>
            <a:r>
              <a:rPr lang="en-US" sz="1600" dirty="0">
                <a:solidFill>
                  <a:schemeClr val="tx1"/>
                </a:solidFill>
                <a:latin typeface="Century Gothic" panose="020B0502020202020204" pitchFamily="34" charset="0"/>
              </a:rPr>
              <a:t> </a:t>
            </a:r>
          </a:p>
        </p:txBody>
      </p:sp>
      <p:sp>
        <p:nvSpPr>
          <p:cNvPr id="60" name="Rectangle 59">
            <a:extLst>
              <a:ext uri="{FF2B5EF4-FFF2-40B4-BE49-F238E27FC236}">
                <a16:creationId xmlns:a16="http://schemas.microsoft.com/office/drawing/2014/main" id="{71DA35FC-4683-31C0-4960-5DB9081FE3CC}"/>
              </a:ext>
            </a:extLst>
          </p:cNvPr>
          <p:cNvSpPr/>
          <p:nvPr/>
        </p:nvSpPr>
        <p:spPr>
          <a:xfrm>
            <a:off x="8117536" y="2097452"/>
            <a:ext cx="2666304" cy="1071062"/>
          </a:xfrm>
          <a:custGeom>
            <a:avLst/>
            <a:gdLst>
              <a:gd name="connsiteX0" fmla="*/ 0 w 2666304"/>
              <a:gd name="connsiteY0" fmla="*/ 0 h 1071062"/>
              <a:gd name="connsiteX1" fmla="*/ 719902 w 2666304"/>
              <a:gd name="connsiteY1" fmla="*/ 0 h 1071062"/>
              <a:gd name="connsiteX2" fmla="*/ 1386478 w 2666304"/>
              <a:gd name="connsiteY2" fmla="*/ 0 h 1071062"/>
              <a:gd name="connsiteX3" fmla="*/ 2079717 w 2666304"/>
              <a:gd name="connsiteY3" fmla="*/ 0 h 1071062"/>
              <a:gd name="connsiteX4" fmla="*/ 2666304 w 2666304"/>
              <a:gd name="connsiteY4" fmla="*/ 0 h 1071062"/>
              <a:gd name="connsiteX5" fmla="*/ 2666304 w 2666304"/>
              <a:gd name="connsiteY5" fmla="*/ 524820 h 1071062"/>
              <a:gd name="connsiteX6" fmla="*/ 2666304 w 2666304"/>
              <a:gd name="connsiteY6" fmla="*/ 1071062 h 1071062"/>
              <a:gd name="connsiteX7" fmla="*/ 1999728 w 2666304"/>
              <a:gd name="connsiteY7" fmla="*/ 1071062 h 1071062"/>
              <a:gd name="connsiteX8" fmla="*/ 1359815 w 2666304"/>
              <a:gd name="connsiteY8" fmla="*/ 1071062 h 1071062"/>
              <a:gd name="connsiteX9" fmla="*/ 746565 w 2666304"/>
              <a:gd name="connsiteY9" fmla="*/ 1071062 h 1071062"/>
              <a:gd name="connsiteX10" fmla="*/ 0 w 2666304"/>
              <a:gd name="connsiteY10" fmla="*/ 1071062 h 1071062"/>
              <a:gd name="connsiteX11" fmla="*/ 0 w 2666304"/>
              <a:gd name="connsiteY11" fmla="*/ 567663 h 1071062"/>
              <a:gd name="connsiteX12" fmla="*/ 0 w 2666304"/>
              <a:gd name="connsiteY12" fmla="*/ 0 h 1071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66304" h="1071062" extrusionOk="0">
                <a:moveTo>
                  <a:pt x="0" y="0"/>
                </a:moveTo>
                <a:cubicBezTo>
                  <a:pt x="314691" y="-26826"/>
                  <a:pt x="408320" y="17366"/>
                  <a:pt x="719902" y="0"/>
                </a:cubicBezTo>
                <a:cubicBezTo>
                  <a:pt x="1031484" y="-17366"/>
                  <a:pt x="1225293" y="-6120"/>
                  <a:pt x="1386478" y="0"/>
                </a:cubicBezTo>
                <a:cubicBezTo>
                  <a:pt x="1547663" y="6120"/>
                  <a:pt x="1857962" y="6774"/>
                  <a:pt x="2079717" y="0"/>
                </a:cubicBezTo>
                <a:cubicBezTo>
                  <a:pt x="2301472" y="-6774"/>
                  <a:pt x="2498460" y="12198"/>
                  <a:pt x="2666304" y="0"/>
                </a:cubicBezTo>
                <a:cubicBezTo>
                  <a:pt x="2670606" y="146363"/>
                  <a:pt x="2682772" y="366098"/>
                  <a:pt x="2666304" y="524820"/>
                </a:cubicBezTo>
                <a:cubicBezTo>
                  <a:pt x="2649836" y="683542"/>
                  <a:pt x="2646156" y="940383"/>
                  <a:pt x="2666304" y="1071062"/>
                </a:cubicBezTo>
                <a:cubicBezTo>
                  <a:pt x="2353793" y="1090478"/>
                  <a:pt x="2137277" y="1047785"/>
                  <a:pt x="1999728" y="1071062"/>
                </a:cubicBezTo>
                <a:cubicBezTo>
                  <a:pt x="1862179" y="1094339"/>
                  <a:pt x="1607567" y="1047452"/>
                  <a:pt x="1359815" y="1071062"/>
                </a:cubicBezTo>
                <a:cubicBezTo>
                  <a:pt x="1112063" y="1094672"/>
                  <a:pt x="1009133" y="1064432"/>
                  <a:pt x="746565" y="1071062"/>
                </a:cubicBezTo>
                <a:cubicBezTo>
                  <a:pt x="483997" y="1077693"/>
                  <a:pt x="264895" y="1049831"/>
                  <a:pt x="0" y="1071062"/>
                </a:cubicBezTo>
                <a:cubicBezTo>
                  <a:pt x="-6367" y="819587"/>
                  <a:pt x="10891" y="807761"/>
                  <a:pt x="0" y="567663"/>
                </a:cubicBezTo>
                <a:cubicBezTo>
                  <a:pt x="-10891" y="327565"/>
                  <a:pt x="-23806" y="262490"/>
                  <a:pt x="0" y="0"/>
                </a:cubicBezTo>
                <a:close/>
              </a:path>
            </a:pathLst>
          </a:custGeom>
          <a:noFill/>
          <a:ln>
            <a:extLst>
              <a:ext uri="{C807C97D-BFC1-408E-A445-0C87EB9F89A2}">
                <ask:lineSketchStyleProps xmlns:ask="http://schemas.microsoft.com/office/drawing/2018/sketchyshapes" sd="69112762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US" sz="1600" dirty="0">
                <a:solidFill>
                  <a:schemeClr val="tx1"/>
                </a:solidFill>
                <a:latin typeface="Century Gothic" panose="020B0502020202020204" pitchFamily="34" charset="0"/>
              </a:rPr>
              <a:t>Depot des images OCI </a:t>
            </a:r>
            <a:r>
              <a:rPr lang="en-US" sz="1600" dirty="0" err="1">
                <a:solidFill>
                  <a:schemeClr val="tx1"/>
                </a:solidFill>
                <a:latin typeface="Century Gothic" panose="020B0502020202020204" pitchFamily="34" charset="0"/>
              </a:rPr>
              <a:t>comme</a:t>
            </a:r>
            <a:r>
              <a:rPr lang="en-US" sz="1600" dirty="0">
                <a:solidFill>
                  <a:schemeClr val="tx1"/>
                </a:solidFill>
                <a:latin typeface="Century Gothic" panose="020B0502020202020204" pitchFamily="34" charset="0"/>
              </a:rPr>
              <a:t> docker.</a:t>
            </a:r>
          </a:p>
        </p:txBody>
      </p:sp>
      <p:cxnSp>
        <p:nvCxnSpPr>
          <p:cNvPr id="61" name="Connector: Curved 60">
            <a:extLst>
              <a:ext uri="{FF2B5EF4-FFF2-40B4-BE49-F238E27FC236}">
                <a16:creationId xmlns:a16="http://schemas.microsoft.com/office/drawing/2014/main" id="{F96C90C2-99D6-3BC7-76D6-3F884A27B8E0}"/>
              </a:ext>
            </a:extLst>
          </p:cNvPr>
          <p:cNvCxnSpPr>
            <a:cxnSpLocks/>
            <a:stCxn id="20" idx="3"/>
            <a:endCxn id="53" idx="1"/>
          </p:cNvCxnSpPr>
          <p:nvPr/>
        </p:nvCxnSpPr>
        <p:spPr>
          <a:xfrm flipV="1">
            <a:off x="6265876" y="1615405"/>
            <a:ext cx="2298375" cy="1919958"/>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562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9B079-73AC-A82E-30C8-ACB204F580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BB3704-A7B7-71F8-056F-B04CC21C294D}"/>
              </a:ext>
            </a:extLst>
          </p:cNvPr>
          <p:cNvSpPr>
            <a:spLocks noGrp="1"/>
          </p:cNvSpPr>
          <p:nvPr>
            <p:ph type="sldNum" sz="quarter" idx="12"/>
          </p:nvPr>
        </p:nvSpPr>
        <p:spPr/>
        <p:txBody>
          <a:bodyPr/>
          <a:lstStyle/>
          <a:p>
            <a:fld id="{12BB5861-8602-4C7B-8FD3-C437005C3227}" type="slidenum">
              <a:rPr lang="en-US" smtClean="0"/>
              <a:t>12</a:t>
            </a:fld>
            <a:endParaRPr lang="en-US" dirty="0"/>
          </a:p>
        </p:txBody>
      </p:sp>
      <p:sp>
        <p:nvSpPr>
          <p:cNvPr id="3" name="Parallelogram 2">
            <a:extLst>
              <a:ext uri="{FF2B5EF4-FFF2-40B4-BE49-F238E27FC236}">
                <a16:creationId xmlns:a16="http://schemas.microsoft.com/office/drawing/2014/main" id="{CF747973-16A9-9532-A5F2-8BA3F7C0BA8B}"/>
              </a:ext>
            </a:extLst>
          </p:cNvPr>
          <p:cNvSpPr/>
          <p:nvPr/>
        </p:nvSpPr>
        <p:spPr>
          <a:xfrm>
            <a:off x="76200" y="0"/>
            <a:ext cx="5707380" cy="6858000"/>
          </a:xfrm>
          <a:prstGeom prst="parallelogram">
            <a:avLst/>
          </a:prstGeom>
          <a: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a:blipFill>
          <a:ln>
            <a:noFill/>
          </a:ln>
          <a:effectLst>
            <a:outerShdw blurRad="254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A7E2A67-14C6-EC15-7220-C5ED2A32AF58}"/>
              </a:ext>
            </a:extLst>
          </p:cNvPr>
          <p:cNvSpPr txBox="1"/>
          <p:nvPr/>
        </p:nvSpPr>
        <p:spPr>
          <a:xfrm>
            <a:off x="5541818" y="2295525"/>
            <a:ext cx="5637224" cy="861774"/>
          </a:xfrm>
          <a:prstGeom prst="rect">
            <a:avLst/>
          </a:prstGeom>
          <a:noFill/>
        </p:spPr>
        <p:txBody>
          <a:bodyPr wrap="square" rtlCol="0">
            <a:spAutoFit/>
          </a:bodyPr>
          <a:lstStyle/>
          <a:p>
            <a:r>
              <a:rPr lang="en-US" sz="5000" dirty="0">
                <a:solidFill>
                  <a:srgbClr val="0070C0"/>
                </a:solidFill>
                <a:latin typeface="Bookman Old Style" panose="02050604050505020204" pitchFamily="18" charset="0"/>
              </a:rPr>
              <a:t>     Architecture :</a:t>
            </a:r>
            <a:endParaRPr lang="en-US" sz="5000" dirty="0">
              <a:solidFill>
                <a:srgbClr val="0070C0"/>
              </a:solidFill>
            </a:endParaRPr>
          </a:p>
        </p:txBody>
      </p:sp>
      <p:pic>
        <p:nvPicPr>
          <p:cNvPr id="6" name="Graphic 5">
            <a:extLst>
              <a:ext uri="{FF2B5EF4-FFF2-40B4-BE49-F238E27FC236}">
                <a16:creationId xmlns:a16="http://schemas.microsoft.com/office/drawing/2014/main" id="{2B09A339-58DA-B096-9A5F-FAABA3BE3D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9161" y="3429000"/>
            <a:ext cx="1421094" cy="1633446"/>
          </a:xfrm>
          <a:prstGeom prst="rect">
            <a:avLst/>
          </a:prstGeom>
        </p:spPr>
      </p:pic>
    </p:spTree>
    <p:extLst>
      <p:ext uri="{BB962C8B-B14F-4D97-AF65-F5344CB8AC3E}">
        <p14:creationId xmlns:p14="http://schemas.microsoft.com/office/powerpoint/2010/main" val="155805168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70ECF-6CA2-6535-6B84-B7F38BF717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7483A6-44FA-8F8E-8543-0F93D7605F26}"/>
              </a:ext>
            </a:extLst>
          </p:cNvPr>
          <p:cNvSpPr>
            <a:spLocks noGrp="1"/>
          </p:cNvSpPr>
          <p:nvPr>
            <p:ph type="sldNum" sz="quarter" idx="12"/>
          </p:nvPr>
        </p:nvSpPr>
        <p:spPr/>
        <p:txBody>
          <a:bodyPr/>
          <a:lstStyle/>
          <a:p>
            <a:fld id="{12BB5861-8602-4C7B-8FD3-C437005C3227}" type="slidenum">
              <a:rPr lang="en-US" smtClean="0"/>
              <a:t>13</a:t>
            </a:fld>
            <a:endParaRPr lang="en-US" dirty="0"/>
          </a:p>
        </p:txBody>
      </p:sp>
      <p:sp>
        <p:nvSpPr>
          <p:cNvPr id="4" name="Rectangle 3">
            <a:extLst>
              <a:ext uri="{FF2B5EF4-FFF2-40B4-BE49-F238E27FC236}">
                <a16:creationId xmlns:a16="http://schemas.microsoft.com/office/drawing/2014/main" id="{61F630D2-D1BA-4D07-6081-B338AD2EFED1}"/>
              </a:ext>
            </a:extLst>
          </p:cNvPr>
          <p:cNvSpPr/>
          <p:nvPr/>
        </p:nvSpPr>
        <p:spPr>
          <a:xfrm>
            <a:off x="0" y="-125412"/>
            <a:ext cx="12192000" cy="839788"/>
          </a:xfrm>
          <a:prstGeom prst="rect">
            <a:avLst/>
          </a:prstGeom>
          <a:solidFill>
            <a:srgbClr val="006699"/>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a:t>Architecture :    </a:t>
            </a:r>
            <a:r>
              <a:rPr lang="en-US" dirty="0" err="1">
                <a:ea typeface="Gadugi" panose="020B0502040204020203" pitchFamily="34" charset="0"/>
              </a:rPr>
              <a:t>L’architecture</a:t>
            </a:r>
            <a:r>
              <a:rPr lang="en-US" dirty="0">
                <a:ea typeface="Gadugi" panose="020B0502040204020203" pitchFamily="34" charset="0"/>
              </a:rPr>
              <a:t> generale du solution.</a:t>
            </a:r>
          </a:p>
          <a:p>
            <a:pPr lvl="1"/>
            <a:endParaRPr lang="en-US" dirty="0"/>
          </a:p>
        </p:txBody>
      </p:sp>
      <p:sp>
        <p:nvSpPr>
          <p:cNvPr id="7" name="TextBox 6">
            <a:extLst>
              <a:ext uri="{FF2B5EF4-FFF2-40B4-BE49-F238E27FC236}">
                <a16:creationId xmlns:a16="http://schemas.microsoft.com/office/drawing/2014/main" id="{7672FC4E-65F9-7D85-8BA8-EC76B723E8EF}"/>
              </a:ext>
            </a:extLst>
          </p:cNvPr>
          <p:cNvSpPr txBox="1"/>
          <p:nvPr/>
        </p:nvSpPr>
        <p:spPr>
          <a:xfrm>
            <a:off x="561975" y="1162050"/>
            <a:ext cx="5743575" cy="704850"/>
          </a:xfrm>
          <a:prstGeom prst="rect">
            <a:avLst/>
          </a:prstGeom>
          <a:noFill/>
        </p:spPr>
        <p:txBody>
          <a:bodyPr wrap="square" rtlCol="0">
            <a:spAutoFit/>
          </a:bodyPr>
          <a:lstStyle/>
          <a:p>
            <a:endParaRPr lang="en-US" dirty="0"/>
          </a:p>
        </p:txBody>
      </p:sp>
      <p:sp>
        <p:nvSpPr>
          <p:cNvPr id="3" name="TextBox 2">
            <a:extLst>
              <a:ext uri="{FF2B5EF4-FFF2-40B4-BE49-F238E27FC236}">
                <a16:creationId xmlns:a16="http://schemas.microsoft.com/office/drawing/2014/main" id="{F0D30870-05BC-D204-B2DC-BF86DB5F11AE}"/>
              </a:ext>
            </a:extLst>
          </p:cNvPr>
          <p:cNvSpPr txBox="1"/>
          <p:nvPr/>
        </p:nvSpPr>
        <p:spPr>
          <a:xfrm>
            <a:off x="2514994" y="885051"/>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L’architecture</a:t>
            </a:r>
            <a:r>
              <a:rPr lang="en-US" sz="3000" dirty="0">
                <a:solidFill>
                  <a:srgbClr val="020A52"/>
                </a:solidFill>
                <a:latin typeface="Garamond" panose="02020404030301010803" pitchFamily="18" charset="0"/>
                <a:cs typeface="Cascadia Code" panose="020B0609020000020004" pitchFamily="49" charset="0"/>
              </a:rPr>
              <a:t> Generale du solution : </a:t>
            </a:r>
          </a:p>
        </p:txBody>
      </p:sp>
      <p:pic>
        <p:nvPicPr>
          <p:cNvPr id="11" name="Picture 10">
            <a:extLst>
              <a:ext uri="{FF2B5EF4-FFF2-40B4-BE49-F238E27FC236}">
                <a16:creationId xmlns:a16="http://schemas.microsoft.com/office/drawing/2014/main" id="{E63211DF-63EC-531B-F18D-224756B08356}"/>
              </a:ext>
            </a:extLst>
          </p:cNvPr>
          <p:cNvPicPr>
            <a:picLocks/>
          </p:cNvPicPr>
          <p:nvPr/>
        </p:nvPicPr>
        <p:blipFill>
          <a:blip r:embed="rId2"/>
          <a:stretch>
            <a:fillRect/>
          </a:stretch>
        </p:blipFill>
        <p:spPr>
          <a:xfrm>
            <a:off x="5318" y="1375262"/>
            <a:ext cx="11755224" cy="4200525"/>
          </a:xfrm>
          <a:prstGeom prst="rect">
            <a:avLst/>
          </a:prstGeom>
        </p:spPr>
      </p:pic>
    </p:spTree>
    <p:extLst>
      <p:ext uri="{BB962C8B-B14F-4D97-AF65-F5344CB8AC3E}">
        <p14:creationId xmlns:p14="http://schemas.microsoft.com/office/powerpoint/2010/main" val="1564813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50A3-4C3D-9230-16B7-AD7C3EB21A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C4512A-EA32-F153-C211-4704352DC02A}"/>
              </a:ext>
            </a:extLst>
          </p:cNvPr>
          <p:cNvSpPr>
            <a:spLocks noGrp="1"/>
          </p:cNvSpPr>
          <p:nvPr>
            <p:ph type="sldNum" sz="quarter" idx="12"/>
          </p:nvPr>
        </p:nvSpPr>
        <p:spPr/>
        <p:txBody>
          <a:bodyPr/>
          <a:lstStyle/>
          <a:p>
            <a:fld id="{12BB5861-8602-4C7B-8FD3-C437005C3227}" type="slidenum">
              <a:rPr lang="en-US" smtClean="0"/>
              <a:t>14</a:t>
            </a:fld>
            <a:endParaRPr lang="en-US" dirty="0"/>
          </a:p>
        </p:txBody>
      </p:sp>
      <p:sp>
        <p:nvSpPr>
          <p:cNvPr id="3" name="Parallelogram 2">
            <a:extLst>
              <a:ext uri="{FF2B5EF4-FFF2-40B4-BE49-F238E27FC236}">
                <a16:creationId xmlns:a16="http://schemas.microsoft.com/office/drawing/2014/main" id="{E7F22E38-76C5-E8BC-5EBA-0A8B97D17DDB}"/>
              </a:ext>
            </a:extLst>
          </p:cNvPr>
          <p:cNvSpPr/>
          <p:nvPr/>
        </p:nvSpPr>
        <p:spPr>
          <a:xfrm>
            <a:off x="76200" y="0"/>
            <a:ext cx="5707380" cy="6858000"/>
          </a:xfrm>
          <a:prstGeom prst="parallelogram">
            <a:avLst/>
          </a:prstGeom>
          <a:blipFill>
            <a:blip r:embed="rId3">
              <a:duotone>
                <a:prstClr val="black"/>
                <a:srgbClr val="F59390">
                  <a:tint val="45000"/>
                  <a:satMod val="400000"/>
                </a:srgbClr>
              </a:duotone>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a:blipFill>
          <a:ln>
            <a:noFill/>
          </a:ln>
          <a:effectLst>
            <a:outerShdw blurRad="254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887BAA5-F1B5-61D8-7BAF-FD5EBF7490CA}"/>
              </a:ext>
            </a:extLst>
          </p:cNvPr>
          <p:cNvSpPr txBox="1"/>
          <p:nvPr/>
        </p:nvSpPr>
        <p:spPr>
          <a:xfrm>
            <a:off x="5541818" y="2295525"/>
            <a:ext cx="5637224" cy="861774"/>
          </a:xfrm>
          <a:prstGeom prst="rect">
            <a:avLst/>
          </a:prstGeom>
          <a:noFill/>
        </p:spPr>
        <p:txBody>
          <a:bodyPr wrap="square" rtlCol="0">
            <a:spAutoFit/>
          </a:bodyPr>
          <a:lstStyle/>
          <a:p>
            <a:r>
              <a:rPr lang="en-US" sz="5000" dirty="0">
                <a:solidFill>
                  <a:srgbClr val="0070C0"/>
                </a:solidFill>
                <a:latin typeface="Bookman Old Style" panose="02050604050505020204" pitchFamily="18" charset="0"/>
              </a:rPr>
              <a:t>     </a:t>
            </a:r>
            <a:r>
              <a:rPr lang="en-US" sz="5000" dirty="0" err="1">
                <a:solidFill>
                  <a:srgbClr val="F59390"/>
                </a:solidFill>
                <a:latin typeface="Bookman Old Style" panose="02050604050505020204" pitchFamily="18" charset="0"/>
              </a:rPr>
              <a:t>Modelisation</a:t>
            </a:r>
            <a:r>
              <a:rPr lang="en-US" sz="5000" dirty="0">
                <a:solidFill>
                  <a:srgbClr val="F59390"/>
                </a:solidFill>
                <a:latin typeface="Bookman Old Style" panose="02050604050505020204" pitchFamily="18" charset="0"/>
              </a:rPr>
              <a:t> :</a:t>
            </a:r>
            <a:endParaRPr lang="en-US" sz="5000" dirty="0">
              <a:solidFill>
                <a:srgbClr val="F59390"/>
              </a:solidFill>
            </a:endParaRPr>
          </a:p>
        </p:txBody>
      </p:sp>
      <p:pic>
        <p:nvPicPr>
          <p:cNvPr id="4" name="Graphic 3">
            <a:extLst>
              <a:ext uri="{FF2B5EF4-FFF2-40B4-BE49-F238E27FC236}">
                <a16:creationId xmlns:a16="http://schemas.microsoft.com/office/drawing/2014/main" id="{40F7E78F-741E-4BAC-A322-68B7F7BFAB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2755" y="3700702"/>
            <a:ext cx="1274120" cy="1274120"/>
          </a:xfrm>
          <a:prstGeom prst="rect">
            <a:avLst/>
          </a:prstGeom>
        </p:spPr>
      </p:pic>
    </p:spTree>
    <p:extLst>
      <p:ext uri="{BB962C8B-B14F-4D97-AF65-F5344CB8AC3E}">
        <p14:creationId xmlns:p14="http://schemas.microsoft.com/office/powerpoint/2010/main" val="305288887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09884-92D6-4F8F-A046-970A0393DB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365D5C-3FDF-C63A-F4EB-A7A5B95FE242}"/>
              </a:ext>
            </a:extLst>
          </p:cNvPr>
          <p:cNvSpPr>
            <a:spLocks noGrp="1"/>
          </p:cNvSpPr>
          <p:nvPr>
            <p:ph type="sldNum" sz="quarter" idx="12"/>
          </p:nvPr>
        </p:nvSpPr>
        <p:spPr/>
        <p:txBody>
          <a:bodyPr/>
          <a:lstStyle/>
          <a:p>
            <a:fld id="{12BB5861-8602-4C7B-8FD3-C437005C3227}" type="slidenum">
              <a:rPr lang="en-US" smtClean="0"/>
              <a:t>15</a:t>
            </a:fld>
            <a:endParaRPr lang="en-US" dirty="0"/>
          </a:p>
        </p:txBody>
      </p:sp>
      <p:sp>
        <p:nvSpPr>
          <p:cNvPr id="4" name="Rectangle 3">
            <a:extLst>
              <a:ext uri="{FF2B5EF4-FFF2-40B4-BE49-F238E27FC236}">
                <a16:creationId xmlns:a16="http://schemas.microsoft.com/office/drawing/2014/main" id="{FF7DBCF0-46DD-72E4-06E6-AA09DC47AB92}"/>
              </a:ext>
            </a:extLst>
          </p:cNvPr>
          <p:cNvSpPr/>
          <p:nvPr/>
        </p:nvSpPr>
        <p:spPr>
          <a:xfrm>
            <a:off x="0" y="-125412"/>
            <a:ext cx="12192000" cy="839788"/>
          </a:xfrm>
          <a:prstGeom prst="rect">
            <a:avLst/>
          </a:prstGeom>
          <a:solidFill>
            <a:srgbClr val="F59390"/>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Modelisation</a:t>
            </a:r>
            <a:r>
              <a:rPr lang="en-US" dirty="0"/>
              <a:t> :    </a:t>
            </a:r>
            <a:r>
              <a:rPr lang="en-US" dirty="0" err="1">
                <a:ea typeface="Gadugi" panose="020B0502040204020203" pitchFamily="34" charset="0"/>
              </a:rPr>
              <a:t>Collecte</a:t>
            </a:r>
            <a:r>
              <a:rPr lang="en-US" dirty="0">
                <a:ea typeface="Gadugi" panose="020B0502040204020203" pitchFamily="34" charset="0"/>
              </a:rPr>
              <a:t> des </a:t>
            </a:r>
            <a:r>
              <a:rPr lang="en-US" dirty="0" err="1">
                <a:ea typeface="Gadugi" panose="020B0502040204020203" pitchFamily="34" charset="0"/>
              </a:rPr>
              <a:t>donnees</a:t>
            </a:r>
            <a:r>
              <a:rPr lang="en-US" dirty="0">
                <a:ea typeface="Gadugi" panose="020B0502040204020203" pitchFamily="34" charset="0"/>
              </a:rPr>
              <a:t> .</a:t>
            </a:r>
          </a:p>
          <a:p>
            <a:pPr lvl="1"/>
            <a:endParaRPr lang="en-US" dirty="0"/>
          </a:p>
        </p:txBody>
      </p:sp>
      <p:sp>
        <p:nvSpPr>
          <p:cNvPr id="3" name="TextBox 2">
            <a:extLst>
              <a:ext uri="{FF2B5EF4-FFF2-40B4-BE49-F238E27FC236}">
                <a16:creationId xmlns:a16="http://schemas.microsoft.com/office/drawing/2014/main" id="{3A28EBAF-3EC7-57B2-840A-A7053109C581}"/>
              </a:ext>
            </a:extLst>
          </p:cNvPr>
          <p:cNvSpPr txBox="1"/>
          <p:nvPr/>
        </p:nvSpPr>
        <p:spPr>
          <a:xfrm>
            <a:off x="2438794" y="885051"/>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Collecte</a:t>
            </a:r>
            <a:r>
              <a:rPr lang="en-US" sz="3000" dirty="0">
                <a:solidFill>
                  <a:srgbClr val="020A52"/>
                </a:solidFill>
                <a:latin typeface="Garamond" panose="02020404030301010803" pitchFamily="18" charset="0"/>
                <a:cs typeface="Cascadia Code" panose="020B0609020000020004" pitchFamily="49" charset="0"/>
              </a:rPr>
              <a:t> des </a:t>
            </a:r>
            <a:r>
              <a:rPr lang="en-US" sz="3000" dirty="0" err="1">
                <a:solidFill>
                  <a:srgbClr val="020A52"/>
                </a:solidFill>
                <a:latin typeface="Garamond" panose="02020404030301010803" pitchFamily="18" charset="0"/>
                <a:cs typeface="Cascadia Code" panose="020B0609020000020004" pitchFamily="49" charset="0"/>
              </a:rPr>
              <a:t>donnees</a:t>
            </a:r>
            <a:r>
              <a:rPr lang="en-US" sz="3000" dirty="0">
                <a:solidFill>
                  <a:srgbClr val="020A52"/>
                </a:solidFill>
                <a:latin typeface="Garamond" panose="02020404030301010803" pitchFamily="18" charset="0"/>
                <a:cs typeface="Cascadia Code" panose="020B0609020000020004" pitchFamily="49" charset="0"/>
              </a:rPr>
              <a:t> : </a:t>
            </a:r>
          </a:p>
        </p:txBody>
      </p:sp>
      <p:sp>
        <p:nvSpPr>
          <p:cNvPr id="9" name="TextBox 8">
            <a:extLst>
              <a:ext uri="{FF2B5EF4-FFF2-40B4-BE49-F238E27FC236}">
                <a16:creationId xmlns:a16="http://schemas.microsoft.com/office/drawing/2014/main" id="{2A7EEF72-3D02-145C-C400-55A802DD1805}"/>
              </a:ext>
            </a:extLst>
          </p:cNvPr>
          <p:cNvSpPr txBox="1"/>
          <p:nvPr/>
        </p:nvSpPr>
        <p:spPr>
          <a:xfrm>
            <a:off x="561973" y="2081508"/>
            <a:ext cx="4752975" cy="369332"/>
          </a:xfrm>
          <a:prstGeom prst="rect">
            <a:avLst/>
          </a:prstGeom>
          <a:noFill/>
        </p:spPr>
        <p:txBody>
          <a:bodyPr wrap="square" rtlCol="0">
            <a:spAutoFit/>
          </a:bodyPr>
          <a:lstStyle/>
          <a:p>
            <a:r>
              <a:rPr lang="en-US" b="1" dirty="0">
                <a:solidFill>
                  <a:srgbClr val="92D050"/>
                </a:solidFill>
                <a:effectLst>
                  <a:outerShdw blurRad="38100" dist="38100" dir="2700000" algn="tl">
                    <a:srgbClr val="000000">
                      <a:alpha val="43137"/>
                    </a:srgbClr>
                  </a:outerShdw>
                </a:effectLst>
                <a:latin typeface="Neon 80s" panose="02010500000200060000" pitchFamily="2" charset="0"/>
              </a:rPr>
              <a:t>1. Description de jeu de </a:t>
            </a:r>
            <a:r>
              <a:rPr lang="en-US" b="1" dirty="0" err="1">
                <a:solidFill>
                  <a:srgbClr val="92D050"/>
                </a:solidFill>
                <a:effectLst>
                  <a:outerShdw blurRad="38100" dist="38100" dir="2700000" algn="tl">
                    <a:srgbClr val="000000">
                      <a:alpha val="43137"/>
                    </a:srgbClr>
                  </a:outerShdw>
                </a:effectLst>
                <a:latin typeface="Neon 80s" panose="02010500000200060000" pitchFamily="2" charset="0"/>
              </a:rPr>
              <a:t>donnees</a:t>
            </a:r>
            <a:r>
              <a:rPr lang="en-US" b="1" dirty="0">
                <a:solidFill>
                  <a:srgbClr val="92D050"/>
                </a:solidFill>
                <a:effectLst>
                  <a:outerShdw blurRad="38100" dist="38100" dir="2700000" algn="tl">
                    <a:srgbClr val="000000">
                      <a:alpha val="43137"/>
                    </a:srgbClr>
                  </a:outerShdw>
                </a:effectLst>
                <a:latin typeface="Neon 80s" panose="02010500000200060000" pitchFamily="2" charset="0"/>
              </a:rPr>
              <a:t>  : </a:t>
            </a:r>
          </a:p>
        </p:txBody>
      </p:sp>
      <p:pic>
        <p:nvPicPr>
          <p:cNvPr id="9218" name="Picture 2" descr="Will Tampa's Super Bowl be a super spreader? Experts worry about what NFL  can't control - MGH Institute for Technology Assessment">
            <a:extLst>
              <a:ext uri="{FF2B5EF4-FFF2-40B4-BE49-F238E27FC236}">
                <a16:creationId xmlns:a16="http://schemas.microsoft.com/office/drawing/2014/main" id="{15F3E411-976B-7C78-5BD4-C6A94E1D0A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7112" y="2600324"/>
            <a:ext cx="2809875" cy="28098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B92C817-C5E0-17A8-AFEB-B6445F6A8F3D}"/>
              </a:ext>
            </a:extLst>
          </p:cNvPr>
          <p:cNvSpPr txBox="1"/>
          <p:nvPr/>
        </p:nvSpPr>
        <p:spPr>
          <a:xfrm>
            <a:off x="904875" y="2450840"/>
            <a:ext cx="5543550" cy="3432671"/>
          </a:xfrm>
          <a:prstGeom prst="rect">
            <a:avLst/>
          </a:prstGeom>
          <a:noFill/>
        </p:spPr>
        <p:txBody>
          <a:bodyPr wrap="square">
            <a:spAutoFit/>
          </a:bodyPr>
          <a:lstStyle/>
          <a:p>
            <a:pPr marL="0" marR="0">
              <a:lnSpc>
                <a:spcPct val="115000"/>
              </a:lnSpc>
              <a:spcAft>
                <a:spcPts val="800"/>
              </a:spcAft>
              <a:buNone/>
            </a:pPr>
            <a:r>
              <a:rPr lang="en-US" sz="1400" kern="100" dirty="0">
                <a:effectLst/>
                <a:latin typeface="Century Gothic" panose="020B0502020202020204" pitchFamily="34" charset="0"/>
                <a:ea typeface="Calibri" panose="020F0502020204030204" pitchFamily="34" charset="0"/>
                <a:cs typeface="Arial" panose="020B0604020202020204" pitchFamily="34" charset="0"/>
              </a:rPr>
              <a:t>Le jeu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donnee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utilise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pour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l’apprentissage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etait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800" b="1" kern="100" dirty="0">
                <a:solidFill>
                  <a:srgbClr val="CC0000"/>
                </a:solidFill>
                <a:effectLst/>
                <a:latin typeface="Calibri" panose="020F0502020204030204" pitchFamily="34" charset="0"/>
                <a:ea typeface="Calibri" panose="020F0502020204030204" pitchFamily="34" charset="0"/>
                <a:cs typeface="Arial" panose="020B0604020202020204" pitchFamily="34" charset="0"/>
              </a:rPr>
              <a:t>PolitiFact</a:t>
            </a:r>
            <a:r>
              <a:rPr lang="en-US" sz="1800" b="1" kern="100" dirty="0">
                <a:effectLst/>
                <a:latin typeface="Calibri" panose="020F0502020204030204" pitchFamily="34" charset="0"/>
                <a:ea typeface="Calibri" panose="020F0502020204030204" pitchFamily="34" charset="0"/>
                <a:cs typeface="Arial" panose="020B0604020202020204" pitchFamily="34" charset="0"/>
              </a:rPr>
              <a:t> </a:t>
            </a:r>
            <a:r>
              <a:rPr lang="en-US" sz="1800" b="1" kern="100" dirty="0">
                <a:solidFill>
                  <a:srgbClr val="0070C0"/>
                </a:solidFill>
                <a:effectLst/>
                <a:latin typeface="Calibri" panose="020F0502020204030204" pitchFamily="34" charset="0"/>
                <a:ea typeface="Calibri" panose="020F0502020204030204" pitchFamily="34" charset="0"/>
                <a:cs typeface="Arial" panose="020B0604020202020204" pitchFamily="34" charset="0"/>
              </a:rPr>
              <a:t>dataset</a:t>
            </a:r>
            <a:r>
              <a:rPr lang="en-US" sz="1800" kern="100" dirty="0">
                <a:effectLst/>
                <a:latin typeface="Calibri" panose="020F050202020403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contenant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des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déclarations</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politiques fact‑</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checkées</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provenant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du site PolitiFact.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Chaque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entrée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inclut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le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texte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 la declaration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ainsi</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qu’une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étiquette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indiquant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la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veracite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 est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ce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qu’il</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est Vrai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ou</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Faux. dataset est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largement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utilisé</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pour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entraîner</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et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évaluer</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des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modèles</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traitement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du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langage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naturel,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notamment</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pour la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détection</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fausses</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informations</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la classification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automatique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 la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véracité</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des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déclarations</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et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l’analyse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du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discours</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politique. Il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constitue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une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ressource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précieuse pour la recherche sur la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désinformation</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et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l’intelligence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artificielle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appliquée</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à la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vérification</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des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faits.Il</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comprend</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r>
              <a:rPr lang="en-US" sz="1400" b="1" kern="100" dirty="0">
                <a:effectLst/>
                <a:latin typeface="Century Gothic" panose="020B0502020202020204" pitchFamily="34" charset="0"/>
                <a:ea typeface="Calibri" panose="020F0502020204030204" pitchFamily="34" charset="0"/>
                <a:cs typeface="Arial" panose="020B0604020202020204" pitchFamily="34" charset="0"/>
              </a:rPr>
              <a:t>17,000</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article entre les Nouvelles reels et </a:t>
            </a:r>
            <a:r>
              <a:rPr lang="en-US" sz="1400" kern="100" dirty="0" err="1">
                <a:effectLst/>
                <a:latin typeface="Century Gothic" panose="020B0502020202020204" pitchFamily="34" charset="0"/>
                <a:ea typeface="Calibri" panose="020F0502020204030204" pitchFamily="34" charset="0"/>
                <a:cs typeface="Arial" panose="020B0604020202020204" pitchFamily="34" charset="0"/>
              </a:rPr>
              <a:t>frauduleux</a:t>
            </a:r>
            <a:r>
              <a:rPr lang="en-US" sz="1400" kern="100" dirty="0">
                <a:effectLst/>
                <a:latin typeface="Century Gothic" panose="020B0502020202020204" pitchFamily="34" charset="0"/>
                <a:ea typeface="Calibri" panose="020F0502020204030204" pitchFamily="34" charset="0"/>
                <a:cs typeface="Arial" panose="020B0604020202020204" pitchFamily="34" charset="0"/>
              </a:rPr>
              <a:t>. </a:t>
            </a:r>
          </a:p>
        </p:txBody>
      </p:sp>
    </p:spTree>
    <p:extLst>
      <p:ext uri="{BB962C8B-B14F-4D97-AF65-F5344CB8AC3E}">
        <p14:creationId xmlns:p14="http://schemas.microsoft.com/office/powerpoint/2010/main" val="3363963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8C505-D64B-ED53-E785-6C3319069D6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FD8133-A299-F829-12CF-8241D348A0AC}"/>
              </a:ext>
            </a:extLst>
          </p:cNvPr>
          <p:cNvSpPr>
            <a:spLocks noGrp="1"/>
          </p:cNvSpPr>
          <p:nvPr>
            <p:ph type="sldNum" sz="quarter" idx="12"/>
          </p:nvPr>
        </p:nvSpPr>
        <p:spPr/>
        <p:txBody>
          <a:bodyPr/>
          <a:lstStyle/>
          <a:p>
            <a:fld id="{12BB5861-8602-4C7B-8FD3-C437005C3227}" type="slidenum">
              <a:rPr lang="en-US" smtClean="0"/>
              <a:t>16</a:t>
            </a:fld>
            <a:endParaRPr lang="en-US" dirty="0"/>
          </a:p>
        </p:txBody>
      </p:sp>
      <p:sp>
        <p:nvSpPr>
          <p:cNvPr id="4" name="Rectangle 3">
            <a:extLst>
              <a:ext uri="{FF2B5EF4-FFF2-40B4-BE49-F238E27FC236}">
                <a16:creationId xmlns:a16="http://schemas.microsoft.com/office/drawing/2014/main" id="{E5475F1E-19A5-179F-071E-B1E9D7EBBB70}"/>
              </a:ext>
            </a:extLst>
          </p:cNvPr>
          <p:cNvSpPr/>
          <p:nvPr/>
        </p:nvSpPr>
        <p:spPr>
          <a:xfrm>
            <a:off x="0" y="-125412"/>
            <a:ext cx="12192000" cy="839788"/>
          </a:xfrm>
          <a:prstGeom prst="rect">
            <a:avLst/>
          </a:prstGeom>
          <a:solidFill>
            <a:srgbClr val="F59390"/>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Modelisation</a:t>
            </a:r>
            <a:r>
              <a:rPr lang="en-US" dirty="0"/>
              <a:t> :    </a:t>
            </a:r>
            <a:r>
              <a:rPr lang="en-US" dirty="0" err="1">
                <a:ea typeface="Gadugi" panose="020B0502040204020203" pitchFamily="34" charset="0"/>
              </a:rPr>
              <a:t>Collecte</a:t>
            </a:r>
            <a:r>
              <a:rPr lang="en-US" dirty="0">
                <a:ea typeface="Gadugi" panose="020B0502040204020203" pitchFamily="34" charset="0"/>
              </a:rPr>
              <a:t> des </a:t>
            </a:r>
            <a:r>
              <a:rPr lang="en-US" dirty="0" err="1">
                <a:ea typeface="Gadugi" panose="020B0502040204020203" pitchFamily="34" charset="0"/>
              </a:rPr>
              <a:t>donnees</a:t>
            </a:r>
            <a:r>
              <a:rPr lang="en-US" dirty="0">
                <a:ea typeface="Gadugi" panose="020B0502040204020203" pitchFamily="34" charset="0"/>
              </a:rPr>
              <a:t> .</a:t>
            </a:r>
          </a:p>
          <a:p>
            <a:pPr lvl="1"/>
            <a:endParaRPr lang="en-US" dirty="0"/>
          </a:p>
        </p:txBody>
      </p:sp>
      <p:sp>
        <p:nvSpPr>
          <p:cNvPr id="3" name="TextBox 2">
            <a:extLst>
              <a:ext uri="{FF2B5EF4-FFF2-40B4-BE49-F238E27FC236}">
                <a16:creationId xmlns:a16="http://schemas.microsoft.com/office/drawing/2014/main" id="{C668508E-F0B5-4A1B-BA30-7F2383FE1CBB}"/>
              </a:ext>
            </a:extLst>
          </p:cNvPr>
          <p:cNvSpPr txBox="1"/>
          <p:nvPr/>
        </p:nvSpPr>
        <p:spPr>
          <a:xfrm>
            <a:off x="2774970" y="918669"/>
            <a:ext cx="6734174" cy="553998"/>
          </a:xfrm>
          <a:prstGeom prst="rect">
            <a:avLst/>
          </a:prstGeom>
          <a:noFill/>
        </p:spPr>
        <p:txBody>
          <a:bodyPr wrap="square" lIns="91440" tIns="45720" rIns="91440" bIns="45720" rtlCol="0" anchor="t">
            <a:spAutoFit/>
          </a:bodyPr>
          <a:lstStyle/>
          <a:p>
            <a:pPr algn="ctr"/>
            <a:r>
              <a:rPr lang="en-US" sz="3000" err="1">
                <a:solidFill>
                  <a:srgbClr val="020A52"/>
                </a:solidFill>
                <a:latin typeface="Garamond"/>
                <a:cs typeface="Cascadia Code" panose="020B0609020000020004" pitchFamily="49" charset="0"/>
              </a:rPr>
              <a:t>Collecte</a:t>
            </a:r>
            <a:r>
              <a:rPr lang="en-US" sz="3000">
                <a:solidFill>
                  <a:srgbClr val="020A52"/>
                </a:solidFill>
                <a:latin typeface="Garamond"/>
                <a:cs typeface="Cascadia Code" panose="020B0609020000020004" pitchFamily="49" charset="0"/>
              </a:rPr>
              <a:t> des données : </a:t>
            </a:r>
          </a:p>
        </p:txBody>
      </p:sp>
      <p:sp>
        <p:nvSpPr>
          <p:cNvPr id="9" name="TextBox 8">
            <a:extLst>
              <a:ext uri="{FF2B5EF4-FFF2-40B4-BE49-F238E27FC236}">
                <a16:creationId xmlns:a16="http://schemas.microsoft.com/office/drawing/2014/main" id="{12074CA0-7F1E-6CD4-87A6-C5B95BCA51F2}"/>
              </a:ext>
            </a:extLst>
          </p:cNvPr>
          <p:cNvSpPr txBox="1"/>
          <p:nvPr/>
        </p:nvSpPr>
        <p:spPr>
          <a:xfrm>
            <a:off x="1161173" y="1896842"/>
            <a:ext cx="4752975" cy="369332"/>
          </a:xfrm>
          <a:prstGeom prst="rect">
            <a:avLst/>
          </a:prstGeom>
          <a:noFill/>
        </p:spPr>
        <p:txBody>
          <a:bodyPr wrap="square" lIns="91440" tIns="45720" rIns="91440" bIns="45720" rtlCol="0" anchor="t">
            <a:spAutoFit/>
          </a:bodyPr>
          <a:lstStyle/>
          <a:p>
            <a:r>
              <a:rPr lang="en-US" b="1" dirty="0">
                <a:solidFill>
                  <a:srgbClr val="92D050"/>
                </a:solidFill>
                <a:effectLst>
                  <a:outerShdw blurRad="38100" dist="38100" dir="2700000" algn="tl">
                    <a:srgbClr val="000000">
                      <a:alpha val="43137"/>
                    </a:srgbClr>
                  </a:outerShdw>
                </a:effectLst>
                <a:latin typeface="Neon 80s" panose="02010500000200060000" pitchFamily="2" charset="0"/>
              </a:rPr>
              <a:t>2 . Distribution des données  : </a:t>
            </a:r>
          </a:p>
        </p:txBody>
      </p:sp>
      <p:pic>
        <p:nvPicPr>
          <p:cNvPr id="5" name="Picture 4">
            <a:extLst>
              <a:ext uri="{FF2B5EF4-FFF2-40B4-BE49-F238E27FC236}">
                <a16:creationId xmlns:a16="http://schemas.microsoft.com/office/drawing/2014/main" id="{13D078F6-A6A2-D51F-DD49-271C2C6FC1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660" y="2529911"/>
            <a:ext cx="5215814" cy="3826439"/>
          </a:xfrm>
          <a:prstGeom prst="rect">
            <a:avLst/>
          </a:prstGeom>
          <a:effectLst>
            <a:softEdge rad="31750"/>
          </a:effectLst>
        </p:spPr>
      </p:pic>
    </p:spTree>
    <p:extLst>
      <p:ext uri="{BB962C8B-B14F-4D97-AF65-F5344CB8AC3E}">
        <p14:creationId xmlns:p14="http://schemas.microsoft.com/office/powerpoint/2010/main" val="18538782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92FDB-D527-BC67-AE7B-62DF6BC3EDC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69AA00-EFD3-87FF-017D-F56C6048351F}"/>
              </a:ext>
            </a:extLst>
          </p:cNvPr>
          <p:cNvSpPr>
            <a:spLocks noGrp="1"/>
          </p:cNvSpPr>
          <p:nvPr>
            <p:ph type="sldNum" sz="quarter" idx="12"/>
          </p:nvPr>
        </p:nvSpPr>
        <p:spPr/>
        <p:txBody>
          <a:bodyPr/>
          <a:lstStyle/>
          <a:p>
            <a:fld id="{12BB5861-8602-4C7B-8FD3-C437005C3227}" type="slidenum">
              <a:rPr lang="en-US" smtClean="0"/>
              <a:t>17</a:t>
            </a:fld>
            <a:endParaRPr lang="en-US" dirty="0"/>
          </a:p>
        </p:txBody>
      </p:sp>
      <p:sp>
        <p:nvSpPr>
          <p:cNvPr id="4" name="Rectangle 3">
            <a:extLst>
              <a:ext uri="{FF2B5EF4-FFF2-40B4-BE49-F238E27FC236}">
                <a16:creationId xmlns:a16="http://schemas.microsoft.com/office/drawing/2014/main" id="{F4778AC9-E888-F21E-01AE-11FDD1DFF100}"/>
              </a:ext>
            </a:extLst>
          </p:cNvPr>
          <p:cNvSpPr/>
          <p:nvPr/>
        </p:nvSpPr>
        <p:spPr>
          <a:xfrm>
            <a:off x="0" y="-125412"/>
            <a:ext cx="12192000" cy="839788"/>
          </a:xfrm>
          <a:prstGeom prst="rect">
            <a:avLst/>
          </a:prstGeom>
          <a:solidFill>
            <a:srgbClr val="F59390"/>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Modelisation</a:t>
            </a:r>
            <a:r>
              <a:rPr lang="en-US" dirty="0"/>
              <a:t> :    </a:t>
            </a:r>
            <a:r>
              <a:rPr lang="en-US" dirty="0" err="1">
                <a:ea typeface="Gadugi" panose="020B0502040204020203" pitchFamily="34" charset="0"/>
              </a:rPr>
              <a:t>Pretraitement</a:t>
            </a:r>
            <a:r>
              <a:rPr lang="en-US" dirty="0">
                <a:ea typeface="Gadugi" panose="020B0502040204020203" pitchFamily="34" charset="0"/>
              </a:rPr>
              <a:t> et preparation des </a:t>
            </a:r>
            <a:r>
              <a:rPr lang="en-US" dirty="0" err="1">
                <a:ea typeface="Gadugi" panose="020B0502040204020203" pitchFamily="34" charset="0"/>
              </a:rPr>
              <a:t>donees</a:t>
            </a:r>
            <a:r>
              <a:rPr lang="en-US" dirty="0">
                <a:ea typeface="Gadugi" panose="020B0502040204020203" pitchFamily="34" charset="0"/>
              </a:rPr>
              <a:t>  .</a:t>
            </a:r>
          </a:p>
          <a:p>
            <a:pPr lvl="1"/>
            <a:endParaRPr lang="en-US" dirty="0"/>
          </a:p>
        </p:txBody>
      </p:sp>
      <p:sp>
        <p:nvSpPr>
          <p:cNvPr id="3" name="TextBox 2">
            <a:extLst>
              <a:ext uri="{FF2B5EF4-FFF2-40B4-BE49-F238E27FC236}">
                <a16:creationId xmlns:a16="http://schemas.microsoft.com/office/drawing/2014/main" id="{4EE8FCAE-AA60-6F5A-2922-524C4B8BABEE}"/>
              </a:ext>
            </a:extLst>
          </p:cNvPr>
          <p:cNvSpPr txBox="1"/>
          <p:nvPr/>
        </p:nvSpPr>
        <p:spPr>
          <a:xfrm>
            <a:off x="2438794" y="885051"/>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Pretraitement</a:t>
            </a:r>
            <a:r>
              <a:rPr lang="en-US" sz="3000" dirty="0">
                <a:solidFill>
                  <a:srgbClr val="020A52"/>
                </a:solidFill>
                <a:latin typeface="Garamond" panose="02020404030301010803" pitchFamily="18" charset="0"/>
                <a:cs typeface="Cascadia Code" panose="020B0609020000020004" pitchFamily="49" charset="0"/>
              </a:rPr>
              <a:t> et preparation des </a:t>
            </a:r>
            <a:r>
              <a:rPr lang="en-US" sz="3000" dirty="0" err="1">
                <a:solidFill>
                  <a:srgbClr val="020A52"/>
                </a:solidFill>
                <a:latin typeface="Garamond" panose="02020404030301010803" pitchFamily="18" charset="0"/>
                <a:cs typeface="Cascadia Code" panose="020B0609020000020004" pitchFamily="49" charset="0"/>
              </a:rPr>
              <a:t>donnees</a:t>
            </a:r>
            <a:r>
              <a:rPr lang="en-US" sz="3000" dirty="0">
                <a:solidFill>
                  <a:srgbClr val="020A52"/>
                </a:solidFill>
                <a:latin typeface="Garamond" panose="02020404030301010803" pitchFamily="18" charset="0"/>
                <a:cs typeface="Cascadia Code" panose="020B0609020000020004" pitchFamily="49" charset="0"/>
              </a:rPr>
              <a:t>: </a:t>
            </a:r>
          </a:p>
        </p:txBody>
      </p:sp>
      <p:pic>
        <p:nvPicPr>
          <p:cNvPr id="7" name="Picture 6">
            <a:extLst>
              <a:ext uri="{FF2B5EF4-FFF2-40B4-BE49-F238E27FC236}">
                <a16:creationId xmlns:a16="http://schemas.microsoft.com/office/drawing/2014/main" id="{490F55A9-28EC-7CA3-F464-C21233F5B670}"/>
              </a:ext>
            </a:extLst>
          </p:cNvPr>
          <p:cNvPicPr>
            <a:picLocks/>
          </p:cNvPicPr>
          <p:nvPr/>
        </p:nvPicPr>
        <p:blipFill>
          <a:blip r:embed="rId2"/>
          <a:stretch>
            <a:fillRect/>
          </a:stretch>
        </p:blipFill>
        <p:spPr>
          <a:xfrm>
            <a:off x="190500" y="1903990"/>
            <a:ext cx="11677650" cy="3262746"/>
          </a:xfrm>
          <a:prstGeom prst="rect">
            <a:avLst/>
          </a:prstGeom>
        </p:spPr>
      </p:pic>
    </p:spTree>
    <p:extLst>
      <p:ext uri="{BB962C8B-B14F-4D97-AF65-F5344CB8AC3E}">
        <p14:creationId xmlns:p14="http://schemas.microsoft.com/office/powerpoint/2010/main" val="20978394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E6EC3-2DAD-A0FF-0F44-680B78107E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0BA3F1-6DB5-6417-EDEF-10732893B342}"/>
              </a:ext>
            </a:extLst>
          </p:cNvPr>
          <p:cNvSpPr>
            <a:spLocks noGrp="1"/>
          </p:cNvSpPr>
          <p:nvPr>
            <p:ph type="sldNum" sz="quarter" idx="12"/>
          </p:nvPr>
        </p:nvSpPr>
        <p:spPr/>
        <p:txBody>
          <a:bodyPr/>
          <a:lstStyle/>
          <a:p>
            <a:fld id="{12BB5861-8602-4C7B-8FD3-C437005C3227}" type="slidenum">
              <a:rPr lang="en-US" smtClean="0"/>
              <a:t>18</a:t>
            </a:fld>
            <a:endParaRPr lang="en-US" dirty="0"/>
          </a:p>
        </p:txBody>
      </p:sp>
      <p:sp>
        <p:nvSpPr>
          <p:cNvPr id="4" name="Rectangle 3">
            <a:extLst>
              <a:ext uri="{FF2B5EF4-FFF2-40B4-BE49-F238E27FC236}">
                <a16:creationId xmlns:a16="http://schemas.microsoft.com/office/drawing/2014/main" id="{C69DFB21-CE5D-3683-8E70-0FD5FE0E822B}"/>
              </a:ext>
            </a:extLst>
          </p:cNvPr>
          <p:cNvSpPr/>
          <p:nvPr/>
        </p:nvSpPr>
        <p:spPr>
          <a:xfrm>
            <a:off x="0" y="-125412"/>
            <a:ext cx="12192000" cy="839788"/>
          </a:xfrm>
          <a:prstGeom prst="rect">
            <a:avLst/>
          </a:prstGeom>
          <a:solidFill>
            <a:srgbClr val="F59390"/>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Modelisation</a:t>
            </a:r>
            <a:r>
              <a:rPr lang="en-US" dirty="0"/>
              <a:t> :    </a:t>
            </a:r>
            <a:r>
              <a:rPr lang="en-US" dirty="0" err="1">
                <a:ea typeface="Gadugi" panose="020B0502040204020203" pitchFamily="34" charset="0"/>
              </a:rPr>
              <a:t>Entrainement</a:t>
            </a:r>
            <a:r>
              <a:rPr lang="en-US" dirty="0">
                <a:ea typeface="Gadugi" panose="020B0502040204020203" pitchFamily="34" charset="0"/>
              </a:rPr>
              <a:t> des </a:t>
            </a:r>
            <a:r>
              <a:rPr lang="en-US" dirty="0" err="1">
                <a:ea typeface="Gadugi" panose="020B0502040204020203" pitchFamily="34" charset="0"/>
              </a:rPr>
              <a:t>modeles</a:t>
            </a:r>
            <a:r>
              <a:rPr lang="en-US" dirty="0">
                <a:ea typeface="Gadugi" panose="020B0502040204020203" pitchFamily="34" charset="0"/>
              </a:rPr>
              <a:t> .</a:t>
            </a:r>
          </a:p>
          <a:p>
            <a:pPr lvl="1"/>
            <a:endParaRPr lang="en-US" dirty="0"/>
          </a:p>
        </p:txBody>
      </p:sp>
      <p:sp>
        <p:nvSpPr>
          <p:cNvPr id="3" name="TextBox 2">
            <a:extLst>
              <a:ext uri="{FF2B5EF4-FFF2-40B4-BE49-F238E27FC236}">
                <a16:creationId xmlns:a16="http://schemas.microsoft.com/office/drawing/2014/main" id="{8FDC6136-60A7-A081-CE9C-FB51FC25D0F7}"/>
              </a:ext>
            </a:extLst>
          </p:cNvPr>
          <p:cNvSpPr txBox="1"/>
          <p:nvPr/>
        </p:nvSpPr>
        <p:spPr>
          <a:xfrm>
            <a:off x="2438794" y="1123176"/>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Entrainement</a:t>
            </a:r>
            <a:r>
              <a:rPr lang="en-US" sz="3000" dirty="0">
                <a:solidFill>
                  <a:srgbClr val="020A52"/>
                </a:solidFill>
                <a:latin typeface="Garamond" panose="02020404030301010803" pitchFamily="18" charset="0"/>
                <a:cs typeface="Cascadia Code" panose="020B0609020000020004" pitchFamily="49" charset="0"/>
              </a:rPr>
              <a:t> des </a:t>
            </a:r>
            <a:r>
              <a:rPr lang="en-US" sz="3000" dirty="0" err="1">
                <a:solidFill>
                  <a:srgbClr val="020A52"/>
                </a:solidFill>
                <a:latin typeface="Garamond" panose="02020404030301010803" pitchFamily="18" charset="0"/>
                <a:cs typeface="Cascadia Code" panose="020B0609020000020004" pitchFamily="49" charset="0"/>
              </a:rPr>
              <a:t>modeles</a:t>
            </a:r>
            <a:r>
              <a:rPr lang="en-US" sz="3000" dirty="0">
                <a:solidFill>
                  <a:srgbClr val="020A52"/>
                </a:solidFill>
                <a:latin typeface="Garamond" panose="02020404030301010803" pitchFamily="18" charset="0"/>
                <a:cs typeface="Cascadia Code" panose="020B0609020000020004" pitchFamily="49" charset="0"/>
              </a:rPr>
              <a:t>: </a:t>
            </a:r>
          </a:p>
        </p:txBody>
      </p:sp>
      <p:pic>
        <p:nvPicPr>
          <p:cNvPr id="9" name="Picture 8">
            <a:extLst>
              <a:ext uri="{FF2B5EF4-FFF2-40B4-BE49-F238E27FC236}">
                <a16:creationId xmlns:a16="http://schemas.microsoft.com/office/drawing/2014/main" id="{CD0A7C42-4BDD-3C72-2044-F040DAE4DCB0}"/>
              </a:ext>
            </a:extLst>
          </p:cNvPr>
          <p:cNvPicPr>
            <a:picLocks/>
          </p:cNvPicPr>
          <p:nvPr/>
        </p:nvPicPr>
        <p:blipFill>
          <a:blip r:embed="rId2"/>
          <a:stretch>
            <a:fillRect/>
          </a:stretch>
        </p:blipFill>
        <p:spPr>
          <a:xfrm>
            <a:off x="690956" y="1997476"/>
            <a:ext cx="10053244" cy="4244200"/>
          </a:xfrm>
          <a:prstGeom prst="rect">
            <a:avLst/>
          </a:prstGeom>
        </p:spPr>
      </p:pic>
      <p:sp>
        <p:nvSpPr>
          <p:cNvPr id="5" name="TextBox 4">
            <a:extLst>
              <a:ext uri="{FF2B5EF4-FFF2-40B4-BE49-F238E27FC236}">
                <a16:creationId xmlns:a16="http://schemas.microsoft.com/office/drawing/2014/main" id="{67DD9696-39F7-84BD-6AF7-CDEE2272E5B9}"/>
              </a:ext>
            </a:extLst>
          </p:cNvPr>
          <p:cNvSpPr txBox="1"/>
          <p:nvPr/>
        </p:nvSpPr>
        <p:spPr>
          <a:xfrm>
            <a:off x="7731919" y="6163389"/>
            <a:ext cx="645319" cy="246221"/>
          </a:xfrm>
          <a:prstGeom prst="rect">
            <a:avLst/>
          </a:prstGeom>
          <a:solidFill>
            <a:schemeClr val="bg1"/>
          </a:solidFill>
        </p:spPr>
        <p:txBody>
          <a:bodyPr wrap="square" rtlCol="0">
            <a:spAutoFit/>
          </a:bodyPr>
          <a:lstStyle/>
          <a:p>
            <a:r>
              <a:rPr lang="en-US" sz="1000" dirty="0"/>
              <a:t>test.csv</a:t>
            </a:r>
          </a:p>
        </p:txBody>
      </p:sp>
    </p:spTree>
    <p:extLst>
      <p:ext uri="{BB962C8B-B14F-4D97-AF65-F5344CB8AC3E}">
        <p14:creationId xmlns:p14="http://schemas.microsoft.com/office/powerpoint/2010/main" val="1121491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144F0-6602-D1FC-DD7E-E22732E291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236EF-F58C-72BB-E320-1463AB9679ED}"/>
              </a:ext>
            </a:extLst>
          </p:cNvPr>
          <p:cNvSpPr>
            <a:spLocks noGrp="1"/>
          </p:cNvSpPr>
          <p:nvPr>
            <p:ph type="sldNum" sz="quarter" idx="12"/>
          </p:nvPr>
        </p:nvSpPr>
        <p:spPr/>
        <p:txBody>
          <a:bodyPr/>
          <a:lstStyle/>
          <a:p>
            <a:fld id="{12BB5861-8602-4C7B-8FD3-C437005C3227}" type="slidenum">
              <a:rPr lang="en-US" smtClean="0"/>
              <a:t>19</a:t>
            </a:fld>
            <a:endParaRPr lang="en-US" dirty="0"/>
          </a:p>
        </p:txBody>
      </p:sp>
      <p:sp>
        <p:nvSpPr>
          <p:cNvPr id="4" name="Rectangle 3">
            <a:extLst>
              <a:ext uri="{FF2B5EF4-FFF2-40B4-BE49-F238E27FC236}">
                <a16:creationId xmlns:a16="http://schemas.microsoft.com/office/drawing/2014/main" id="{19D67DBF-CAD3-E520-4ADB-3E53EE242AFA}"/>
              </a:ext>
            </a:extLst>
          </p:cNvPr>
          <p:cNvSpPr/>
          <p:nvPr/>
        </p:nvSpPr>
        <p:spPr>
          <a:xfrm>
            <a:off x="0" y="-125412"/>
            <a:ext cx="12192000" cy="839788"/>
          </a:xfrm>
          <a:prstGeom prst="rect">
            <a:avLst/>
          </a:prstGeom>
          <a:solidFill>
            <a:srgbClr val="F59390"/>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Modelisation</a:t>
            </a:r>
            <a:r>
              <a:rPr lang="en-US" dirty="0"/>
              <a:t> :    </a:t>
            </a:r>
            <a:r>
              <a:rPr lang="en-US" dirty="0">
                <a:ea typeface="Gadugi" panose="020B0502040204020203" pitchFamily="34" charset="0"/>
              </a:rPr>
              <a:t>Evaluation et selection du </a:t>
            </a:r>
            <a:r>
              <a:rPr lang="en-US" dirty="0" err="1">
                <a:ea typeface="Gadugi" panose="020B0502040204020203" pitchFamily="34" charset="0"/>
              </a:rPr>
              <a:t>modele</a:t>
            </a:r>
            <a:r>
              <a:rPr lang="en-US" dirty="0">
                <a:ea typeface="Gadugi" panose="020B0502040204020203" pitchFamily="34" charset="0"/>
              </a:rPr>
              <a:t> .</a:t>
            </a:r>
          </a:p>
          <a:p>
            <a:pPr lvl="1"/>
            <a:endParaRPr lang="en-US" dirty="0"/>
          </a:p>
        </p:txBody>
      </p:sp>
      <p:sp>
        <p:nvSpPr>
          <p:cNvPr id="3" name="TextBox 2">
            <a:extLst>
              <a:ext uri="{FF2B5EF4-FFF2-40B4-BE49-F238E27FC236}">
                <a16:creationId xmlns:a16="http://schemas.microsoft.com/office/drawing/2014/main" id="{5CBFCE15-F4E7-ED60-EF09-1C25E0F95481}"/>
              </a:ext>
            </a:extLst>
          </p:cNvPr>
          <p:cNvSpPr txBox="1"/>
          <p:nvPr/>
        </p:nvSpPr>
        <p:spPr>
          <a:xfrm>
            <a:off x="2438794" y="1123176"/>
            <a:ext cx="6734174" cy="553998"/>
          </a:xfrm>
          <a:prstGeom prst="rect">
            <a:avLst/>
          </a:prstGeom>
          <a:noFill/>
        </p:spPr>
        <p:txBody>
          <a:bodyPr wrap="square" rtlCol="0">
            <a:spAutoFit/>
          </a:bodyPr>
          <a:lstStyle/>
          <a:p>
            <a:pPr algn="ctr"/>
            <a:r>
              <a:rPr lang="en-US" sz="3000" dirty="0">
                <a:solidFill>
                  <a:srgbClr val="020A52"/>
                </a:solidFill>
                <a:latin typeface="Garamond" panose="02020404030301010803" pitchFamily="18" charset="0"/>
                <a:cs typeface="Cascadia Code" panose="020B0609020000020004" pitchFamily="49" charset="0"/>
              </a:rPr>
              <a:t>Evaluation et selection du </a:t>
            </a:r>
            <a:r>
              <a:rPr lang="en-US" sz="3000" dirty="0" err="1">
                <a:solidFill>
                  <a:srgbClr val="020A52"/>
                </a:solidFill>
                <a:latin typeface="Garamond" panose="02020404030301010803" pitchFamily="18" charset="0"/>
                <a:cs typeface="Cascadia Code" panose="020B0609020000020004" pitchFamily="49" charset="0"/>
              </a:rPr>
              <a:t>modele</a:t>
            </a:r>
            <a:r>
              <a:rPr lang="en-US" sz="3000" dirty="0">
                <a:solidFill>
                  <a:srgbClr val="020A52"/>
                </a:solidFill>
                <a:latin typeface="Garamond" panose="02020404030301010803" pitchFamily="18" charset="0"/>
                <a:cs typeface="Cascadia Code" panose="020B0609020000020004" pitchFamily="49" charset="0"/>
              </a:rPr>
              <a:t>: </a:t>
            </a:r>
          </a:p>
        </p:txBody>
      </p:sp>
      <p:pic>
        <p:nvPicPr>
          <p:cNvPr id="5" name="Picture 4">
            <a:extLst>
              <a:ext uri="{FF2B5EF4-FFF2-40B4-BE49-F238E27FC236}">
                <a16:creationId xmlns:a16="http://schemas.microsoft.com/office/drawing/2014/main" id="{DF7310C0-70C5-E475-5EAA-BCB1109B67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6475" y="1954919"/>
            <a:ext cx="7639050" cy="440143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42559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A3B7-2296-15D4-52AA-3629EB80B0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F5AF9B-D94E-830B-3B9A-8B20BAB80EE2}"/>
              </a:ext>
            </a:extLst>
          </p:cNvPr>
          <p:cNvSpPr>
            <a:spLocks noGrp="1"/>
          </p:cNvSpPr>
          <p:nvPr>
            <p:ph type="sldNum" sz="quarter" idx="12"/>
          </p:nvPr>
        </p:nvSpPr>
        <p:spPr/>
        <p:txBody>
          <a:bodyPr/>
          <a:lstStyle/>
          <a:p>
            <a:fld id="{12BB5861-8602-4C7B-8FD3-C437005C3227}" type="slidenum">
              <a:rPr lang="en-US" smtClean="0"/>
              <a:t>20</a:t>
            </a:fld>
            <a:endParaRPr lang="en-US" dirty="0"/>
          </a:p>
        </p:txBody>
      </p:sp>
      <p:sp>
        <p:nvSpPr>
          <p:cNvPr id="3" name="Parallelogram 2">
            <a:extLst>
              <a:ext uri="{FF2B5EF4-FFF2-40B4-BE49-F238E27FC236}">
                <a16:creationId xmlns:a16="http://schemas.microsoft.com/office/drawing/2014/main" id="{57774C5F-F19D-094F-CD0A-91F69948A6D9}"/>
              </a:ext>
            </a:extLst>
          </p:cNvPr>
          <p:cNvSpPr/>
          <p:nvPr/>
        </p:nvSpPr>
        <p:spPr>
          <a:xfrm>
            <a:off x="76200" y="0"/>
            <a:ext cx="5707380" cy="6858000"/>
          </a:xfrm>
          <a:prstGeom prst="parallelogram">
            <a:avLst/>
          </a:prstGeom>
          <a:blipFill>
            <a:blip r:embed="rId3">
              <a:duotone>
                <a:prstClr val="black"/>
                <a:srgbClr val="6F71D9">
                  <a:tint val="45000"/>
                  <a:satMod val="400000"/>
                </a:srgbClr>
              </a:duotone>
              <a:extLst>
                <a:ext uri="{BEBA8EAE-BF5A-486C-A8C5-ECC9F3942E4B}">
                  <a14:imgProps xmlns:a14="http://schemas.microsoft.com/office/drawing/2010/main">
                    <a14:imgLayer r:embed="rId4">
                      <a14:imgEffect>
                        <a14:colorTemperature colorTemp="11200"/>
                      </a14:imgEffect>
                      <a14:imgEffect>
                        <a14:saturation sat="400000"/>
                      </a14:imgEffect>
                    </a14:imgLayer>
                  </a14:imgProps>
                </a:ext>
              </a:extLst>
            </a:blip>
            <a:stretch>
              <a:fillRect/>
            </a:stretch>
          </a:blipFill>
          <a:ln>
            <a:noFill/>
          </a:ln>
          <a:effectLst>
            <a:outerShdw blurRad="254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D1E0B72-A4BD-E2DE-7B92-0F85180B63A4}"/>
              </a:ext>
            </a:extLst>
          </p:cNvPr>
          <p:cNvSpPr txBox="1"/>
          <p:nvPr/>
        </p:nvSpPr>
        <p:spPr>
          <a:xfrm>
            <a:off x="5173705" y="2300568"/>
            <a:ext cx="5637224" cy="861774"/>
          </a:xfrm>
          <a:prstGeom prst="rect">
            <a:avLst/>
          </a:prstGeom>
          <a:noFill/>
        </p:spPr>
        <p:txBody>
          <a:bodyPr wrap="square" rtlCol="0">
            <a:spAutoFit/>
          </a:bodyPr>
          <a:lstStyle/>
          <a:p>
            <a:r>
              <a:rPr lang="en-US" sz="5000" dirty="0">
                <a:solidFill>
                  <a:srgbClr val="6F71D9"/>
                </a:solidFill>
                <a:latin typeface="Bookman Old Style" panose="02050604050505020204" pitchFamily="18" charset="0"/>
              </a:rPr>
              <a:t>     </a:t>
            </a:r>
            <a:r>
              <a:rPr lang="en-US" sz="5000" dirty="0" err="1">
                <a:solidFill>
                  <a:srgbClr val="6F71D9"/>
                </a:solidFill>
                <a:latin typeface="Bookman Old Style" panose="02050604050505020204" pitchFamily="18" charset="0"/>
              </a:rPr>
              <a:t>Deploiement</a:t>
            </a:r>
            <a:r>
              <a:rPr lang="en-US" sz="5000" dirty="0">
                <a:solidFill>
                  <a:srgbClr val="6F71D9"/>
                </a:solidFill>
                <a:latin typeface="Bookman Old Style" panose="02050604050505020204" pitchFamily="18" charset="0"/>
              </a:rPr>
              <a:t> :</a:t>
            </a:r>
            <a:endParaRPr lang="en-US" sz="5000" dirty="0">
              <a:solidFill>
                <a:srgbClr val="6F71D9"/>
              </a:solidFill>
            </a:endParaRPr>
          </a:p>
        </p:txBody>
      </p:sp>
      <p:pic>
        <p:nvPicPr>
          <p:cNvPr id="6" name="Picture 5">
            <a:extLst>
              <a:ext uri="{FF2B5EF4-FFF2-40B4-BE49-F238E27FC236}">
                <a16:creationId xmlns:a16="http://schemas.microsoft.com/office/drawing/2014/main" id="{245F1CD4-9267-539B-18CC-4727E106BA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5056" y="3000018"/>
            <a:ext cx="2661893" cy="2661893"/>
          </a:xfrm>
          <a:prstGeom prst="rect">
            <a:avLst/>
          </a:prstGeom>
        </p:spPr>
      </p:pic>
    </p:spTree>
    <p:extLst>
      <p:ext uri="{BB962C8B-B14F-4D97-AF65-F5344CB8AC3E}">
        <p14:creationId xmlns:p14="http://schemas.microsoft.com/office/powerpoint/2010/main" val="48995457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224BF-6C80-62C7-4CF0-CB8CDF82C0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93D752-5F46-971B-9A3C-EE662603E228}"/>
              </a:ext>
            </a:extLst>
          </p:cNvPr>
          <p:cNvSpPr>
            <a:spLocks noGrp="1"/>
          </p:cNvSpPr>
          <p:nvPr>
            <p:ph type="sldNum" sz="quarter" idx="12"/>
          </p:nvPr>
        </p:nvSpPr>
        <p:spPr/>
        <p:txBody>
          <a:bodyPr/>
          <a:lstStyle/>
          <a:p>
            <a:fld id="{12BB5861-8602-4C7B-8FD3-C437005C3227}" type="slidenum">
              <a:rPr lang="en-US" smtClean="0"/>
              <a:t>21</a:t>
            </a:fld>
            <a:endParaRPr lang="en-US" dirty="0"/>
          </a:p>
        </p:txBody>
      </p:sp>
      <p:sp>
        <p:nvSpPr>
          <p:cNvPr id="4" name="Rectangle 3">
            <a:extLst>
              <a:ext uri="{FF2B5EF4-FFF2-40B4-BE49-F238E27FC236}">
                <a16:creationId xmlns:a16="http://schemas.microsoft.com/office/drawing/2014/main" id="{7FBC00C2-620E-DA86-1825-0474FD956AA3}"/>
              </a:ext>
            </a:extLst>
          </p:cNvPr>
          <p:cNvSpPr/>
          <p:nvPr/>
        </p:nvSpPr>
        <p:spPr>
          <a:xfrm>
            <a:off x="0" y="-125412"/>
            <a:ext cx="12192000" cy="839788"/>
          </a:xfrm>
          <a:prstGeom prst="rect">
            <a:avLst/>
          </a:prstGeom>
          <a:solidFill>
            <a:srgbClr val="6F71D9"/>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Deploiement</a:t>
            </a:r>
            <a:r>
              <a:rPr lang="en-US" dirty="0"/>
              <a:t> :   </a:t>
            </a:r>
            <a:r>
              <a:rPr lang="en-US" dirty="0" err="1"/>
              <a:t>Automatisation</a:t>
            </a:r>
            <a:r>
              <a:rPr lang="en-US" dirty="0"/>
              <a:t> via CI/CD</a:t>
            </a:r>
            <a:r>
              <a:rPr lang="en-US" dirty="0">
                <a:ea typeface="Gadugi" panose="020B0502040204020203" pitchFamily="34" charset="0"/>
              </a:rPr>
              <a:t>.</a:t>
            </a:r>
          </a:p>
          <a:p>
            <a:pPr lvl="1"/>
            <a:endParaRPr lang="en-US" dirty="0"/>
          </a:p>
        </p:txBody>
      </p:sp>
      <p:sp>
        <p:nvSpPr>
          <p:cNvPr id="3" name="TextBox 2">
            <a:extLst>
              <a:ext uri="{FF2B5EF4-FFF2-40B4-BE49-F238E27FC236}">
                <a16:creationId xmlns:a16="http://schemas.microsoft.com/office/drawing/2014/main" id="{00B233A2-AC73-565B-244D-6C4DCAE2009C}"/>
              </a:ext>
            </a:extLst>
          </p:cNvPr>
          <p:cNvSpPr txBox="1"/>
          <p:nvPr/>
        </p:nvSpPr>
        <p:spPr>
          <a:xfrm>
            <a:off x="2438794" y="1123176"/>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Automatisation</a:t>
            </a:r>
            <a:r>
              <a:rPr lang="en-US" sz="3000" dirty="0">
                <a:solidFill>
                  <a:srgbClr val="020A52"/>
                </a:solidFill>
                <a:latin typeface="Garamond" panose="02020404030301010803" pitchFamily="18" charset="0"/>
                <a:cs typeface="Cascadia Code" panose="020B0609020000020004" pitchFamily="49" charset="0"/>
              </a:rPr>
              <a:t> via CI/CD: </a:t>
            </a:r>
          </a:p>
        </p:txBody>
      </p:sp>
      <p:sp>
        <p:nvSpPr>
          <p:cNvPr id="5" name="TextBox 4">
            <a:extLst>
              <a:ext uri="{FF2B5EF4-FFF2-40B4-BE49-F238E27FC236}">
                <a16:creationId xmlns:a16="http://schemas.microsoft.com/office/drawing/2014/main" id="{34B84FC1-6339-643D-53FE-40AB723F158C}"/>
              </a:ext>
            </a:extLst>
          </p:cNvPr>
          <p:cNvSpPr txBox="1"/>
          <p:nvPr/>
        </p:nvSpPr>
        <p:spPr>
          <a:xfrm>
            <a:off x="714373" y="1995783"/>
            <a:ext cx="2765427" cy="369332"/>
          </a:xfrm>
          <a:prstGeom prst="rect">
            <a:avLst/>
          </a:prstGeom>
          <a:noFill/>
        </p:spPr>
        <p:txBody>
          <a:bodyPr wrap="square" rtlCol="0">
            <a:spAutoFit/>
          </a:bodyPr>
          <a:lstStyle/>
          <a:p>
            <a:r>
              <a:rPr lang="en-US" dirty="0">
                <a:solidFill>
                  <a:srgbClr val="FF6600"/>
                </a:solidFill>
                <a:effectLst>
                  <a:outerShdw blurRad="38100" dist="38100" dir="2700000" algn="tl">
                    <a:srgbClr val="000000">
                      <a:alpha val="43137"/>
                    </a:srgbClr>
                  </a:outerShdw>
                </a:effectLst>
                <a:latin typeface="Neon 80s" panose="02010500000200060000" pitchFamily="2" charset="0"/>
              </a:rPr>
              <a:t>1. </a:t>
            </a:r>
            <a:r>
              <a:rPr lang="en-US" dirty="0" err="1">
                <a:solidFill>
                  <a:srgbClr val="FF6600"/>
                </a:solidFill>
                <a:effectLst>
                  <a:outerShdw blurRad="38100" dist="38100" dir="2700000" algn="tl">
                    <a:srgbClr val="000000">
                      <a:alpha val="43137"/>
                    </a:srgbClr>
                  </a:outerShdw>
                </a:effectLst>
                <a:latin typeface="Neon 80s" panose="02010500000200060000" pitchFamily="2" charset="0"/>
              </a:rPr>
              <a:t>C’est</a:t>
            </a:r>
            <a:r>
              <a:rPr lang="en-US" dirty="0">
                <a:solidFill>
                  <a:srgbClr val="FF6600"/>
                </a:solidFill>
                <a:effectLst>
                  <a:outerShdw blurRad="38100" dist="38100" dir="2700000" algn="tl">
                    <a:srgbClr val="000000">
                      <a:alpha val="43137"/>
                    </a:srgbClr>
                  </a:outerShdw>
                </a:effectLst>
                <a:latin typeface="Neon 80s" panose="02010500000200060000" pitchFamily="2" charset="0"/>
              </a:rPr>
              <a:t> quoi CI/CD :  </a:t>
            </a:r>
          </a:p>
        </p:txBody>
      </p:sp>
      <p:sp>
        <p:nvSpPr>
          <p:cNvPr id="8" name="TextBox 7">
            <a:extLst>
              <a:ext uri="{FF2B5EF4-FFF2-40B4-BE49-F238E27FC236}">
                <a16:creationId xmlns:a16="http://schemas.microsoft.com/office/drawing/2014/main" id="{1139D220-967F-FA92-C51D-DAF795CF90AF}"/>
              </a:ext>
            </a:extLst>
          </p:cNvPr>
          <p:cNvSpPr txBox="1"/>
          <p:nvPr/>
        </p:nvSpPr>
        <p:spPr>
          <a:xfrm>
            <a:off x="571500" y="2516177"/>
            <a:ext cx="6343650" cy="4031873"/>
          </a:xfrm>
          <a:prstGeom prst="rect">
            <a:avLst/>
          </a:prstGeom>
          <a:noFill/>
        </p:spPr>
        <p:txBody>
          <a:bodyPr wrap="square">
            <a:spAutoFit/>
          </a:bodyPr>
          <a:lstStyle/>
          <a:p>
            <a:pPr>
              <a:buNone/>
            </a:pPr>
            <a:r>
              <a:rPr lang="fr-FR" sz="1600" b="1" dirty="0">
                <a:latin typeface="Century Gothic" panose="020B0502020202020204" pitchFamily="34" charset="0"/>
              </a:rPr>
              <a:t>CI/CD (</a:t>
            </a:r>
            <a:r>
              <a:rPr lang="fr-FR" sz="1600" b="1" dirty="0" err="1">
                <a:latin typeface="Century Gothic" panose="020B0502020202020204" pitchFamily="34" charset="0"/>
              </a:rPr>
              <a:t>Continuous</a:t>
            </a:r>
            <a:r>
              <a:rPr lang="fr-FR" sz="1600" b="1" dirty="0">
                <a:latin typeface="Century Gothic" panose="020B0502020202020204" pitchFamily="34" charset="0"/>
              </a:rPr>
              <a:t> </a:t>
            </a:r>
            <a:r>
              <a:rPr lang="fr-FR" sz="1600" b="1" dirty="0" err="1">
                <a:latin typeface="Century Gothic" panose="020B0502020202020204" pitchFamily="34" charset="0"/>
              </a:rPr>
              <a:t>Integration</a:t>
            </a:r>
            <a:r>
              <a:rPr lang="fr-FR" sz="1600" b="1" dirty="0">
                <a:latin typeface="Century Gothic" panose="020B0502020202020204" pitchFamily="34" charset="0"/>
              </a:rPr>
              <a:t> / </a:t>
            </a:r>
            <a:r>
              <a:rPr lang="fr-FR" sz="1600" b="1" dirty="0" err="1">
                <a:latin typeface="Century Gothic" panose="020B0502020202020204" pitchFamily="34" charset="0"/>
              </a:rPr>
              <a:t>Continuous</a:t>
            </a:r>
            <a:r>
              <a:rPr lang="fr-FR" sz="1600" b="1" dirty="0">
                <a:latin typeface="Century Gothic" panose="020B0502020202020204" pitchFamily="34" charset="0"/>
              </a:rPr>
              <a:t> </a:t>
            </a:r>
            <a:r>
              <a:rPr lang="fr-FR" sz="1600" b="1" dirty="0" err="1">
                <a:latin typeface="Century Gothic" panose="020B0502020202020204" pitchFamily="34" charset="0"/>
              </a:rPr>
              <a:t>Deployment</a:t>
            </a:r>
            <a:r>
              <a:rPr lang="fr-FR" sz="1600" b="1" dirty="0">
                <a:latin typeface="Century Gothic" panose="020B0502020202020204" pitchFamily="34" charset="0"/>
              </a:rPr>
              <a:t>)</a:t>
            </a:r>
            <a:r>
              <a:rPr lang="fr-FR" sz="1600" dirty="0">
                <a:latin typeface="Century Gothic" panose="020B0502020202020204" pitchFamily="34" charset="0"/>
              </a:rPr>
              <a:t> est un ensemble de pratiques permettant d’automatiser tout le processus de développement et de déploiement d’une application.</a:t>
            </a:r>
          </a:p>
          <a:p>
            <a:pPr>
              <a:buNone/>
            </a:pPr>
            <a:endParaRPr lang="fr-FR" sz="1600" dirty="0">
              <a:latin typeface="Century Gothic" panose="020B0502020202020204" pitchFamily="34" charset="0"/>
            </a:endParaRPr>
          </a:p>
          <a:p>
            <a:pPr lvl="1">
              <a:buClr>
                <a:srgbClr val="FF0066"/>
              </a:buClr>
              <a:buSzPct val="150000"/>
              <a:buFont typeface="Arial" panose="020B0604020202020204" pitchFamily="34" charset="0"/>
              <a:buChar char="•"/>
            </a:pPr>
            <a:r>
              <a:rPr lang="fr-FR" sz="1600" b="1" dirty="0">
                <a:solidFill>
                  <a:srgbClr val="C83F22"/>
                </a:solidFill>
                <a:effectLst>
                  <a:outerShdw blurRad="38100" dist="38100" dir="2700000" algn="tl">
                    <a:srgbClr val="000000">
                      <a:alpha val="43137"/>
                    </a:srgbClr>
                  </a:outerShdw>
                </a:effectLst>
                <a:latin typeface="Neon 80s" panose="02010500000200060000" pitchFamily="2" charset="0"/>
              </a:rPr>
              <a:t>    CI – </a:t>
            </a:r>
            <a:r>
              <a:rPr lang="fr-FR" sz="1600" b="1" dirty="0" err="1">
                <a:solidFill>
                  <a:srgbClr val="C83F22"/>
                </a:solidFill>
                <a:effectLst>
                  <a:outerShdw blurRad="38100" dist="38100" dir="2700000" algn="tl">
                    <a:srgbClr val="000000">
                      <a:alpha val="43137"/>
                    </a:srgbClr>
                  </a:outerShdw>
                </a:effectLst>
                <a:latin typeface="Neon 80s" panose="02010500000200060000" pitchFamily="2" charset="0"/>
              </a:rPr>
              <a:t>Continuous</a:t>
            </a:r>
            <a:r>
              <a:rPr lang="fr-FR" sz="1600" b="1" dirty="0">
                <a:solidFill>
                  <a:srgbClr val="C83F22"/>
                </a:solidFill>
                <a:effectLst>
                  <a:outerShdw blurRad="38100" dist="38100" dir="2700000" algn="tl">
                    <a:srgbClr val="000000">
                      <a:alpha val="43137"/>
                    </a:srgbClr>
                  </a:outerShdw>
                </a:effectLst>
                <a:latin typeface="Neon 80s" panose="02010500000200060000" pitchFamily="2" charset="0"/>
              </a:rPr>
              <a:t> </a:t>
            </a:r>
            <a:r>
              <a:rPr lang="fr-FR" sz="1600" b="1" dirty="0" err="1">
                <a:solidFill>
                  <a:srgbClr val="C83F22"/>
                </a:solidFill>
                <a:effectLst>
                  <a:outerShdw blurRad="38100" dist="38100" dir="2700000" algn="tl">
                    <a:srgbClr val="000000">
                      <a:alpha val="43137"/>
                    </a:srgbClr>
                  </a:outerShdw>
                </a:effectLst>
                <a:latin typeface="Neon 80s" panose="02010500000200060000" pitchFamily="2" charset="0"/>
              </a:rPr>
              <a:t>Integration</a:t>
            </a:r>
            <a:r>
              <a:rPr lang="fr-FR" sz="1600" b="1" dirty="0">
                <a:solidFill>
                  <a:srgbClr val="C83F22"/>
                </a:solidFill>
                <a:effectLst>
                  <a:outerShdw blurRad="38100" dist="38100" dir="2700000" algn="tl">
                    <a:srgbClr val="000000">
                      <a:alpha val="43137"/>
                    </a:srgbClr>
                  </a:outerShdw>
                </a:effectLst>
                <a:latin typeface="Neon 80s" panose="02010500000200060000" pitchFamily="2" charset="0"/>
              </a:rPr>
              <a:t> :</a:t>
            </a:r>
            <a:br>
              <a:rPr lang="fr-FR" sz="1600" dirty="0">
                <a:latin typeface="Century Gothic" panose="020B0502020202020204" pitchFamily="34" charset="0"/>
              </a:rPr>
            </a:br>
            <a:r>
              <a:rPr lang="fr-FR" sz="1600" dirty="0">
                <a:latin typeface="Century Gothic" panose="020B0502020202020204" pitchFamily="34" charset="0"/>
              </a:rPr>
              <a:t>Chaque modification du code est automatiquement testée, validée et intégrée dans le projet. Cela permet de détecter rapidement les erreurs et d’assurer la stabilité du code.</a:t>
            </a:r>
          </a:p>
          <a:p>
            <a:pPr lvl="1">
              <a:buClr>
                <a:srgbClr val="FF0066"/>
              </a:buClr>
              <a:buSzPct val="150000"/>
            </a:pPr>
            <a:endParaRPr lang="fr-FR" sz="1600" dirty="0">
              <a:latin typeface="Century Gothic" panose="020B0502020202020204" pitchFamily="34" charset="0"/>
            </a:endParaRPr>
          </a:p>
          <a:p>
            <a:pPr lvl="1">
              <a:buClr>
                <a:srgbClr val="FF0066"/>
              </a:buClr>
              <a:buSzPct val="150000"/>
              <a:buFont typeface="Arial" panose="020B0604020202020204" pitchFamily="34" charset="0"/>
              <a:buChar char="•"/>
            </a:pPr>
            <a:r>
              <a:rPr lang="fr-FR" sz="1600" b="1" dirty="0">
                <a:solidFill>
                  <a:srgbClr val="C83F22"/>
                </a:solidFill>
                <a:effectLst>
                  <a:outerShdw blurRad="38100" dist="38100" dir="2700000" algn="tl">
                    <a:srgbClr val="000000">
                      <a:alpha val="43137"/>
                    </a:srgbClr>
                  </a:outerShdw>
                </a:effectLst>
                <a:latin typeface="Neon 80s" panose="02010500000200060000" pitchFamily="2" charset="0"/>
              </a:rPr>
              <a:t>   CD – </a:t>
            </a:r>
            <a:r>
              <a:rPr lang="fr-FR" sz="1600" b="1" dirty="0" err="1">
                <a:solidFill>
                  <a:srgbClr val="C83F22"/>
                </a:solidFill>
                <a:effectLst>
                  <a:outerShdw blurRad="38100" dist="38100" dir="2700000" algn="tl">
                    <a:srgbClr val="000000">
                      <a:alpha val="43137"/>
                    </a:srgbClr>
                  </a:outerShdw>
                </a:effectLst>
                <a:latin typeface="Neon 80s" panose="02010500000200060000" pitchFamily="2" charset="0"/>
              </a:rPr>
              <a:t>Continuous</a:t>
            </a:r>
            <a:r>
              <a:rPr lang="fr-FR" sz="1600" b="1" dirty="0">
                <a:solidFill>
                  <a:srgbClr val="C83F22"/>
                </a:solidFill>
                <a:effectLst>
                  <a:outerShdw blurRad="38100" dist="38100" dir="2700000" algn="tl">
                    <a:srgbClr val="000000">
                      <a:alpha val="43137"/>
                    </a:srgbClr>
                  </a:outerShdw>
                </a:effectLst>
                <a:latin typeface="Neon 80s" panose="02010500000200060000" pitchFamily="2" charset="0"/>
              </a:rPr>
              <a:t> </a:t>
            </a:r>
            <a:r>
              <a:rPr lang="fr-FR" sz="1600" b="1" dirty="0" err="1">
                <a:solidFill>
                  <a:srgbClr val="C83F22"/>
                </a:solidFill>
                <a:effectLst>
                  <a:outerShdw blurRad="38100" dist="38100" dir="2700000" algn="tl">
                    <a:srgbClr val="000000">
                      <a:alpha val="43137"/>
                    </a:srgbClr>
                  </a:outerShdw>
                </a:effectLst>
                <a:latin typeface="Neon 80s" panose="02010500000200060000" pitchFamily="2" charset="0"/>
              </a:rPr>
              <a:t>Deployment</a:t>
            </a:r>
            <a:r>
              <a:rPr lang="fr-FR" sz="1600" b="1" dirty="0">
                <a:solidFill>
                  <a:srgbClr val="C83F22"/>
                </a:solidFill>
                <a:effectLst>
                  <a:outerShdw blurRad="38100" dist="38100" dir="2700000" algn="tl">
                    <a:srgbClr val="000000">
                      <a:alpha val="43137"/>
                    </a:srgbClr>
                  </a:outerShdw>
                </a:effectLst>
                <a:latin typeface="Neon 80s" panose="02010500000200060000" pitchFamily="2" charset="0"/>
              </a:rPr>
              <a:t> :</a:t>
            </a:r>
            <a:br>
              <a:rPr lang="fr-FR" sz="1600" dirty="0">
                <a:latin typeface="Century Gothic" panose="020B0502020202020204" pitchFamily="34" charset="0"/>
              </a:rPr>
            </a:br>
            <a:r>
              <a:rPr lang="fr-FR" sz="1600" dirty="0">
                <a:latin typeface="Century Gothic" panose="020B0502020202020204" pitchFamily="34" charset="0"/>
              </a:rPr>
              <a:t>Une fois le code validé, le déploiement vers l’environnement de production se fait automatiquement. Cela garantit des mises à jour rapides, fiables et sans intervention manuelle.</a:t>
            </a:r>
          </a:p>
        </p:txBody>
      </p:sp>
      <p:pic>
        <p:nvPicPr>
          <p:cNvPr id="9" name="Picture 8">
            <a:extLst>
              <a:ext uri="{FF2B5EF4-FFF2-40B4-BE49-F238E27FC236}">
                <a16:creationId xmlns:a16="http://schemas.microsoft.com/office/drawing/2014/main" id="{5F2BD8EE-8F8C-2300-BED1-20C77FE959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7031" y="2085974"/>
            <a:ext cx="3566769" cy="3566769"/>
          </a:xfrm>
          <a:prstGeom prst="rect">
            <a:avLst/>
          </a:prstGeom>
        </p:spPr>
      </p:pic>
    </p:spTree>
    <p:extLst>
      <p:ext uri="{BB962C8B-B14F-4D97-AF65-F5344CB8AC3E}">
        <p14:creationId xmlns:p14="http://schemas.microsoft.com/office/powerpoint/2010/main" val="4885073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34E49-B0FF-A4E1-7A3D-02175E0E61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07DBAA-EB48-9981-1B38-BB28971A2CFF}"/>
              </a:ext>
            </a:extLst>
          </p:cNvPr>
          <p:cNvSpPr>
            <a:spLocks noGrp="1"/>
          </p:cNvSpPr>
          <p:nvPr>
            <p:ph type="sldNum" sz="quarter" idx="12"/>
          </p:nvPr>
        </p:nvSpPr>
        <p:spPr/>
        <p:txBody>
          <a:bodyPr/>
          <a:lstStyle/>
          <a:p>
            <a:fld id="{12BB5861-8602-4C7B-8FD3-C437005C3227}" type="slidenum">
              <a:rPr lang="en-US" smtClean="0"/>
              <a:t>22</a:t>
            </a:fld>
            <a:endParaRPr lang="en-US" dirty="0"/>
          </a:p>
        </p:txBody>
      </p:sp>
      <p:sp>
        <p:nvSpPr>
          <p:cNvPr id="4" name="Rectangle 3">
            <a:extLst>
              <a:ext uri="{FF2B5EF4-FFF2-40B4-BE49-F238E27FC236}">
                <a16:creationId xmlns:a16="http://schemas.microsoft.com/office/drawing/2014/main" id="{8BC59CF2-8727-73FB-5EB3-622868BCD15E}"/>
              </a:ext>
            </a:extLst>
          </p:cNvPr>
          <p:cNvSpPr/>
          <p:nvPr/>
        </p:nvSpPr>
        <p:spPr>
          <a:xfrm>
            <a:off x="0" y="-125412"/>
            <a:ext cx="12192000" cy="839788"/>
          </a:xfrm>
          <a:prstGeom prst="rect">
            <a:avLst/>
          </a:prstGeom>
          <a:solidFill>
            <a:srgbClr val="6F71D9"/>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Deploiement</a:t>
            </a:r>
            <a:r>
              <a:rPr lang="en-US" dirty="0"/>
              <a:t> :   </a:t>
            </a:r>
            <a:r>
              <a:rPr lang="en-US" dirty="0" err="1"/>
              <a:t>Deploiement</a:t>
            </a:r>
            <a:r>
              <a:rPr lang="en-US" dirty="0"/>
              <a:t> du </a:t>
            </a:r>
            <a:r>
              <a:rPr lang="en-US" dirty="0" err="1"/>
              <a:t>modele</a:t>
            </a:r>
            <a:r>
              <a:rPr lang="en-US" dirty="0"/>
              <a:t> via SageMaker  </a:t>
            </a:r>
            <a:r>
              <a:rPr lang="en-US" dirty="0">
                <a:ea typeface="Gadugi" panose="020B0502040204020203" pitchFamily="34" charset="0"/>
              </a:rPr>
              <a:t> .</a:t>
            </a:r>
          </a:p>
          <a:p>
            <a:pPr lvl="1"/>
            <a:endParaRPr lang="en-US" dirty="0"/>
          </a:p>
        </p:txBody>
      </p:sp>
      <p:sp>
        <p:nvSpPr>
          <p:cNvPr id="3" name="TextBox 2">
            <a:extLst>
              <a:ext uri="{FF2B5EF4-FFF2-40B4-BE49-F238E27FC236}">
                <a16:creationId xmlns:a16="http://schemas.microsoft.com/office/drawing/2014/main" id="{EDECDEFA-AC39-6C4B-F111-16C9C56046B5}"/>
              </a:ext>
            </a:extLst>
          </p:cNvPr>
          <p:cNvSpPr txBox="1"/>
          <p:nvPr/>
        </p:nvSpPr>
        <p:spPr>
          <a:xfrm>
            <a:off x="2438794" y="1123176"/>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Deploiement</a:t>
            </a:r>
            <a:r>
              <a:rPr lang="en-US" sz="3000" dirty="0">
                <a:solidFill>
                  <a:srgbClr val="020A52"/>
                </a:solidFill>
                <a:latin typeface="Garamond" panose="02020404030301010803" pitchFamily="18" charset="0"/>
                <a:cs typeface="Cascadia Code" panose="020B0609020000020004" pitchFamily="49" charset="0"/>
              </a:rPr>
              <a:t> du </a:t>
            </a:r>
            <a:r>
              <a:rPr lang="en-US" sz="3000" dirty="0" err="1">
                <a:solidFill>
                  <a:srgbClr val="020A52"/>
                </a:solidFill>
                <a:latin typeface="Garamond" panose="02020404030301010803" pitchFamily="18" charset="0"/>
                <a:cs typeface="Cascadia Code" panose="020B0609020000020004" pitchFamily="49" charset="0"/>
              </a:rPr>
              <a:t>modele</a:t>
            </a:r>
            <a:r>
              <a:rPr lang="en-US" sz="3000" dirty="0">
                <a:solidFill>
                  <a:srgbClr val="020A52"/>
                </a:solidFill>
                <a:latin typeface="Garamond" panose="02020404030301010803" pitchFamily="18" charset="0"/>
                <a:cs typeface="Cascadia Code" panose="020B0609020000020004" pitchFamily="49" charset="0"/>
              </a:rPr>
              <a:t> via SageMaker : </a:t>
            </a:r>
          </a:p>
        </p:txBody>
      </p:sp>
      <p:pic>
        <p:nvPicPr>
          <p:cNvPr id="6" name="Picture 5">
            <a:extLst>
              <a:ext uri="{FF2B5EF4-FFF2-40B4-BE49-F238E27FC236}">
                <a16:creationId xmlns:a16="http://schemas.microsoft.com/office/drawing/2014/main" id="{DA2CA201-55D0-0806-38DD-1347FD177A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5774" y="2085974"/>
            <a:ext cx="8362119" cy="4112399"/>
          </a:xfrm>
          <a:prstGeom prst="rect">
            <a:avLst/>
          </a:prstGeom>
        </p:spPr>
      </p:pic>
    </p:spTree>
    <p:extLst>
      <p:ext uri="{BB962C8B-B14F-4D97-AF65-F5344CB8AC3E}">
        <p14:creationId xmlns:p14="http://schemas.microsoft.com/office/powerpoint/2010/main" val="1655512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142B8-6BB0-4A72-4911-4E1A5EF412C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457C35-E181-01F9-871E-C06EED4B9663}"/>
              </a:ext>
            </a:extLst>
          </p:cNvPr>
          <p:cNvSpPr>
            <a:spLocks noGrp="1"/>
          </p:cNvSpPr>
          <p:nvPr>
            <p:ph type="sldNum" sz="quarter" idx="12"/>
          </p:nvPr>
        </p:nvSpPr>
        <p:spPr/>
        <p:txBody>
          <a:bodyPr/>
          <a:lstStyle/>
          <a:p>
            <a:fld id="{12BB5861-8602-4C7B-8FD3-C437005C3227}" type="slidenum">
              <a:rPr lang="en-US" smtClean="0"/>
              <a:t>23</a:t>
            </a:fld>
            <a:endParaRPr lang="en-US" dirty="0"/>
          </a:p>
        </p:txBody>
      </p:sp>
      <p:sp>
        <p:nvSpPr>
          <p:cNvPr id="4" name="Rectangle 3">
            <a:extLst>
              <a:ext uri="{FF2B5EF4-FFF2-40B4-BE49-F238E27FC236}">
                <a16:creationId xmlns:a16="http://schemas.microsoft.com/office/drawing/2014/main" id="{F652806E-3F93-2BC4-8CBC-3860FCFC2E87}"/>
              </a:ext>
            </a:extLst>
          </p:cNvPr>
          <p:cNvSpPr/>
          <p:nvPr/>
        </p:nvSpPr>
        <p:spPr>
          <a:xfrm>
            <a:off x="0" y="-125412"/>
            <a:ext cx="12192000" cy="839788"/>
          </a:xfrm>
          <a:prstGeom prst="rect">
            <a:avLst/>
          </a:prstGeom>
          <a:solidFill>
            <a:srgbClr val="6F71D9"/>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Deploiement</a:t>
            </a:r>
            <a:r>
              <a:rPr lang="en-US" dirty="0"/>
              <a:t> :   </a:t>
            </a:r>
            <a:r>
              <a:rPr lang="en-US" dirty="0" err="1"/>
              <a:t>Automatisation</a:t>
            </a:r>
            <a:r>
              <a:rPr lang="en-US" dirty="0"/>
              <a:t> via CI/CD</a:t>
            </a:r>
            <a:r>
              <a:rPr lang="en-US" dirty="0">
                <a:ea typeface="Gadugi" panose="020B0502040204020203" pitchFamily="34" charset="0"/>
              </a:rPr>
              <a:t>.</a:t>
            </a:r>
          </a:p>
          <a:p>
            <a:pPr lvl="1"/>
            <a:endParaRPr lang="en-US" dirty="0"/>
          </a:p>
        </p:txBody>
      </p:sp>
      <p:sp>
        <p:nvSpPr>
          <p:cNvPr id="5" name="TextBox 4">
            <a:extLst>
              <a:ext uri="{FF2B5EF4-FFF2-40B4-BE49-F238E27FC236}">
                <a16:creationId xmlns:a16="http://schemas.microsoft.com/office/drawing/2014/main" id="{DF08B977-E5E8-FD8B-1FDC-04CACE47C8B4}"/>
              </a:ext>
            </a:extLst>
          </p:cNvPr>
          <p:cNvSpPr txBox="1"/>
          <p:nvPr/>
        </p:nvSpPr>
        <p:spPr>
          <a:xfrm>
            <a:off x="1141581" y="1098619"/>
            <a:ext cx="6650275" cy="369332"/>
          </a:xfrm>
          <a:prstGeom prst="rect">
            <a:avLst/>
          </a:prstGeom>
          <a:noFill/>
        </p:spPr>
        <p:txBody>
          <a:bodyPr wrap="square" rtlCol="0">
            <a:spAutoFit/>
          </a:bodyPr>
          <a:lstStyle/>
          <a:p>
            <a:r>
              <a:rPr lang="en-US" dirty="0">
                <a:solidFill>
                  <a:srgbClr val="ED7100"/>
                </a:solidFill>
                <a:effectLst>
                  <a:outerShdw blurRad="38100" dist="38100" dir="2700000" algn="tl">
                    <a:srgbClr val="000000">
                      <a:alpha val="43137"/>
                    </a:srgbClr>
                  </a:outerShdw>
                </a:effectLst>
                <a:latin typeface="Neon 80s" panose="02010500000200060000" pitchFamily="2" charset="0"/>
              </a:rPr>
              <a:t>1. </a:t>
            </a:r>
            <a:r>
              <a:rPr lang="en-US" dirty="0" err="1">
                <a:solidFill>
                  <a:srgbClr val="ED7100"/>
                </a:solidFill>
                <a:effectLst>
                  <a:outerShdw blurRad="38100" dist="38100" dir="2700000" algn="tl">
                    <a:srgbClr val="000000">
                      <a:alpha val="43137"/>
                    </a:srgbClr>
                  </a:outerShdw>
                </a:effectLst>
                <a:latin typeface="Neon 80s" panose="02010500000200060000" pitchFamily="2" charset="0"/>
              </a:rPr>
              <a:t>Automatisation</a:t>
            </a:r>
            <a:r>
              <a:rPr lang="en-US" dirty="0">
                <a:solidFill>
                  <a:srgbClr val="ED7100"/>
                </a:solidFill>
                <a:effectLst>
                  <a:outerShdw blurRad="38100" dist="38100" dir="2700000" algn="tl">
                    <a:srgbClr val="000000">
                      <a:alpha val="43137"/>
                    </a:srgbClr>
                  </a:outerShdw>
                </a:effectLst>
                <a:latin typeface="Neon 80s" panose="02010500000200060000" pitchFamily="2" charset="0"/>
              </a:rPr>
              <a:t> de </a:t>
            </a:r>
            <a:r>
              <a:rPr lang="en-US" dirty="0" err="1">
                <a:solidFill>
                  <a:srgbClr val="ED7100"/>
                </a:solidFill>
                <a:effectLst>
                  <a:outerShdw blurRad="38100" dist="38100" dir="2700000" algn="tl">
                    <a:srgbClr val="000000">
                      <a:alpha val="43137"/>
                    </a:srgbClr>
                  </a:outerShdw>
                </a:effectLst>
                <a:latin typeface="Neon 80s" panose="02010500000200060000" pitchFamily="2" charset="0"/>
              </a:rPr>
              <a:t>deploiement</a:t>
            </a:r>
            <a:r>
              <a:rPr lang="en-US" dirty="0">
                <a:solidFill>
                  <a:srgbClr val="ED7100"/>
                </a:solidFill>
                <a:effectLst>
                  <a:outerShdw blurRad="38100" dist="38100" dir="2700000" algn="tl">
                    <a:srgbClr val="000000">
                      <a:alpha val="43137"/>
                    </a:srgbClr>
                  </a:outerShdw>
                </a:effectLst>
                <a:latin typeface="Neon 80s" panose="02010500000200060000" pitchFamily="2" charset="0"/>
              </a:rPr>
              <a:t> du  </a:t>
            </a:r>
            <a:r>
              <a:rPr lang="en-US" dirty="0" err="1">
                <a:solidFill>
                  <a:srgbClr val="ED7100"/>
                </a:solidFill>
                <a:effectLst>
                  <a:outerShdw blurRad="38100" dist="38100" dir="2700000" algn="tl">
                    <a:srgbClr val="000000">
                      <a:alpha val="43137"/>
                    </a:srgbClr>
                  </a:outerShdw>
                </a:effectLst>
                <a:latin typeface="Neon 80s" panose="02010500000200060000" pitchFamily="2" charset="0"/>
              </a:rPr>
              <a:t>modele</a:t>
            </a:r>
            <a:r>
              <a:rPr lang="en-US" dirty="0">
                <a:solidFill>
                  <a:srgbClr val="ED7100"/>
                </a:solidFill>
                <a:effectLst>
                  <a:outerShdw blurRad="38100" dist="38100" dir="2700000" algn="tl">
                    <a:srgbClr val="000000">
                      <a:alpha val="43137"/>
                    </a:srgbClr>
                  </a:outerShdw>
                </a:effectLst>
                <a:latin typeface="Neon 80s" panose="02010500000200060000" pitchFamily="2" charset="0"/>
              </a:rPr>
              <a:t> sur </a:t>
            </a:r>
            <a:r>
              <a:rPr lang="en-US" dirty="0" err="1">
                <a:solidFill>
                  <a:srgbClr val="ED7100"/>
                </a:solidFill>
                <a:effectLst>
                  <a:outerShdw blurRad="38100" dist="38100" dir="2700000" algn="tl">
                    <a:srgbClr val="000000">
                      <a:alpha val="43137"/>
                    </a:srgbClr>
                  </a:outerShdw>
                </a:effectLst>
                <a:latin typeface="Neon 80s" panose="02010500000200060000" pitchFamily="2" charset="0"/>
              </a:rPr>
              <a:t>sagemaker</a:t>
            </a:r>
            <a:r>
              <a:rPr lang="en-US" dirty="0">
                <a:solidFill>
                  <a:srgbClr val="ED7100"/>
                </a:solidFill>
                <a:effectLst>
                  <a:outerShdw blurRad="38100" dist="38100" dir="2700000" algn="tl">
                    <a:srgbClr val="000000">
                      <a:alpha val="43137"/>
                    </a:srgbClr>
                  </a:outerShdw>
                </a:effectLst>
                <a:latin typeface="Neon 80s" panose="02010500000200060000" pitchFamily="2" charset="0"/>
              </a:rPr>
              <a:t> :  </a:t>
            </a:r>
          </a:p>
        </p:txBody>
      </p:sp>
      <p:pic>
        <p:nvPicPr>
          <p:cNvPr id="6" name="Picture 5">
            <a:extLst>
              <a:ext uri="{FF2B5EF4-FFF2-40B4-BE49-F238E27FC236}">
                <a16:creationId xmlns:a16="http://schemas.microsoft.com/office/drawing/2014/main" id="{51F73091-32E1-B55F-EE6F-3A1822F9F138}"/>
              </a:ext>
            </a:extLst>
          </p:cNvPr>
          <p:cNvPicPr>
            <a:picLocks/>
          </p:cNvPicPr>
          <p:nvPr/>
        </p:nvPicPr>
        <p:blipFill>
          <a:blip r:embed="rId2"/>
          <a:stretch>
            <a:fillRect/>
          </a:stretch>
        </p:blipFill>
        <p:spPr>
          <a:xfrm>
            <a:off x="1040606" y="1932022"/>
            <a:ext cx="10110788" cy="3590925"/>
          </a:xfrm>
          <a:prstGeom prst="rect">
            <a:avLst/>
          </a:prstGeom>
        </p:spPr>
      </p:pic>
    </p:spTree>
    <p:extLst>
      <p:ext uri="{BB962C8B-B14F-4D97-AF65-F5344CB8AC3E}">
        <p14:creationId xmlns:p14="http://schemas.microsoft.com/office/powerpoint/2010/main" val="3237381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C19B6-04C9-389B-054C-853C8095BC8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825E32-825E-23F9-700E-72CBD304446A}"/>
              </a:ext>
            </a:extLst>
          </p:cNvPr>
          <p:cNvSpPr>
            <a:spLocks noGrp="1"/>
          </p:cNvSpPr>
          <p:nvPr>
            <p:ph type="sldNum" sz="quarter" idx="12"/>
          </p:nvPr>
        </p:nvSpPr>
        <p:spPr/>
        <p:txBody>
          <a:bodyPr/>
          <a:lstStyle/>
          <a:p>
            <a:fld id="{12BB5861-8602-4C7B-8FD3-C437005C3227}" type="slidenum">
              <a:rPr lang="en-US" smtClean="0"/>
              <a:t>24</a:t>
            </a:fld>
            <a:endParaRPr lang="en-US" dirty="0"/>
          </a:p>
        </p:txBody>
      </p:sp>
      <p:sp>
        <p:nvSpPr>
          <p:cNvPr id="4" name="Rectangle 3">
            <a:extLst>
              <a:ext uri="{FF2B5EF4-FFF2-40B4-BE49-F238E27FC236}">
                <a16:creationId xmlns:a16="http://schemas.microsoft.com/office/drawing/2014/main" id="{82974C8E-75C8-AB41-433C-45C36D49D27D}"/>
              </a:ext>
            </a:extLst>
          </p:cNvPr>
          <p:cNvSpPr/>
          <p:nvPr/>
        </p:nvSpPr>
        <p:spPr>
          <a:xfrm>
            <a:off x="0" y="-125412"/>
            <a:ext cx="12192000" cy="839788"/>
          </a:xfrm>
          <a:prstGeom prst="rect">
            <a:avLst/>
          </a:prstGeom>
          <a:solidFill>
            <a:srgbClr val="6F71D9"/>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Deploiement</a:t>
            </a:r>
            <a:r>
              <a:rPr lang="en-US" dirty="0"/>
              <a:t> :   </a:t>
            </a:r>
            <a:r>
              <a:rPr lang="en-US" dirty="0" err="1"/>
              <a:t>Automatisation</a:t>
            </a:r>
            <a:r>
              <a:rPr lang="en-US" dirty="0"/>
              <a:t> via CI/CD</a:t>
            </a:r>
            <a:r>
              <a:rPr lang="en-US" dirty="0">
                <a:ea typeface="Gadugi" panose="020B0502040204020203" pitchFamily="34" charset="0"/>
              </a:rPr>
              <a:t>.</a:t>
            </a:r>
          </a:p>
          <a:p>
            <a:pPr lvl="1"/>
            <a:endParaRPr lang="en-US" dirty="0"/>
          </a:p>
        </p:txBody>
      </p:sp>
      <p:sp>
        <p:nvSpPr>
          <p:cNvPr id="5" name="TextBox 4">
            <a:extLst>
              <a:ext uri="{FF2B5EF4-FFF2-40B4-BE49-F238E27FC236}">
                <a16:creationId xmlns:a16="http://schemas.microsoft.com/office/drawing/2014/main" id="{EC7217C9-CBBF-3924-2284-FD369D7A4E65}"/>
              </a:ext>
            </a:extLst>
          </p:cNvPr>
          <p:cNvSpPr txBox="1"/>
          <p:nvPr/>
        </p:nvSpPr>
        <p:spPr>
          <a:xfrm>
            <a:off x="752473" y="1138533"/>
            <a:ext cx="6200777" cy="369332"/>
          </a:xfrm>
          <a:prstGeom prst="rect">
            <a:avLst/>
          </a:prstGeom>
          <a:noFill/>
        </p:spPr>
        <p:txBody>
          <a:bodyPr wrap="square" rtlCol="0">
            <a:spAutoFit/>
          </a:bodyPr>
          <a:lstStyle/>
          <a:p>
            <a:r>
              <a:rPr lang="en-US" dirty="0">
                <a:solidFill>
                  <a:srgbClr val="ED7100"/>
                </a:solidFill>
                <a:effectLst>
                  <a:outerShdw blurRad="38100" dist="38100" dir="2700000" algn="tl">
                    <a:srgbClr val="000000">
                      <a:alpha val="43137"/>
                    </a:srgbClr>
                  </a:outerShdw>
                </a:effectLst>
                <a:latin typeface="Neon 80s" panose="02010500000200060000" pitchFamily="2" charset="0"/>
              </a:rPr>
              <a:t>2. </a:t>
            </a:r>
            <a:r>
              <a:rPr lang="en-US" dirty="0" err="1">
                <a:solidFill>
                  <a:srgbClr val="ED7100"/>
                </a:solidFill>
                <a:effectLst>
                  <a:outerShdw blurRad="38100" dist="38100" dir="2700000" algn="tl">
                    <a:srgbClr val="000000">
                      <a:alpha val="43137"/>
                    </a:srgbClr>
                  </a:outerShdw>
                </a:effectLst>
                <a:latin typeface="Neon 80s" panose="02010500000200060000" pitchFamily="2" charset="0"/>
              </a:rPr>
              <a:t>Automatisation</a:t>
            </a:r>
            <a:r>
              <a:rPr lang="en-US" dirty="0">
                <a:solidFill>
                  <a:srgbClr val="ED7100"/>
                </a:solidFill>
                <a:effectLst>
                  <a:outerShdw blurRad="38100" dist="38100" dir="2700000" algn="tl">
                    <a:srgbClr val="000000">
                      <a:alpha val="43137"/>
                    </a:srgbClr>
                  </a:outerShdw>
                </a:effectLst>
                <a:latin typeface="Neon 80s" panose="02010500000200060000" pitchFamily="2" charset="0"/>
              </a:rPr>
              <a:t> de </a:t>
            </a:r>
            <a:r>
              <a:rPr lang="en-US" dirty="0" err="1">
                <a:solidFill>
                  <a:srgbClr val="ED7100"/>
                </a:solidFill>
                <a:effectLst>
                  <a:outerShdw blurRad="38100" dist="38100" dir="2700000" algn="tl">
                    <a:srgbClr val="000000">
                      <a:alpha val="43137"/>
                    </a:srgbClr>
                  </a:outerShdw>
                </a:effectLst>
                <a:latin typeface="Neon 80s" panose="02010500000200060000" pitchFamily="2" charset="0"/>
              </a:rPr>
              <a:t>deploiement</a:t>
            </a:r>
            <a:r>
              <a:rPr lang="en-US" dirty="0">
                <a:solidFill>
                  <a:srgbClr val="ED7100"/>
                </a:solidFill>
                <a:effectLst>
                  <a:outerShdw blurRad="38100" dist="38100" dir="2700000" algn="tl">
                    <a:srgbClr val="000000">
                      <a:alpha val="43137"/>
                    </a:srgbClr>
                  </a:outerShdw>
                </a:effectLst>
                <a:latin typeface="Neon 80s" panose="02010500000200060000" pitchFamily="2" charset="0"/>
              </a:rPr>
              <a:t> du  front-end :  </a:t>
            </a:r>
          </a:p>
        </p:txBody>
      </p:sp>
      <p:pic>
        <p:nvPicPr>
          <p:cNvPr id="3" name="Picture 2">
            <a:extLst>
              <a:ext uri="{FF2B5EF4-FFF2-40B4-BE49-F238E27FC236}">
                <a16:creationId xmlns:a16="http://schemas.microsoft.com/office/drawing/2014/main" id="{2A92A413-1800-1327-6B89-486DDBB12AD8}"/>
              </a:ext>
            </a:extLst>
          </p:cNvPr>
          <p:cNvPicPr>
            <a:picLocks/>
          </p:cNvPicPr>
          <p:nvPr/>
        </p:nvPicPr>
        <p:blipFill>
          <a:blip r:embed="rId2"/>
          <a:stretch>
            <a:fillRect/>
          </a:stretch>
        </p:blipFill>
        <p:spPr>
          <a:xfrm>
            <a:off x="1442923" y="3277175"/>
            <a:ext cx="8833539" cy="1408112"/>
          </a:xfrm>
          <a:prstGeom prst="rect">
            <a:avLst/>
          </a:prstGeom>
        </p:spPr>
      </p:pic>
    </p:spTree>
    <p:extLst>
      <p:ext uri="{BB962C8B-B14F-4D97-AF65-F5344CB8AC3E}">
        <p14:creationId xmlns:p14="http://schemas.microsoft.com/office/powerpoint/2010/main" val="3955562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7F37C-8FFB-AB47-A35B-7D898CD1CC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0D11E2-E0BC-DF0E-FFB2-EB2009444827}"/>
              </a:ext>
            </a:extLst>
          </p:cNvPr>
          <p:cNvSpPr>
            <a:spLocks noGrp="1"/>
          </p:cNvSpPr>
          <p:nvPr>
            <p:ph type="sldNum" sz="quarter" idx="12"/>
          </p:nvPr>
        </p:nvSpPr>
        <p:spPr/>
        <p:txBody>
          <a:bodyPr/>
          <a:lstStyle/>
          <a:p>
            <a:fld id="{12BB5861-8602-4C7B-8FD3-C437005C3227}" type="slidenum">
              <a:rPr lang="en-US" smtClean="0"/>
              <a:t>25</a:t>
            </a:fld>
            <a:endParaRPr lang="en-US" dirty="0"/>
          </a:p>
        </p:txBody>
      </p:sp>
      <p:sp>
        <p:nvSpPr>
          <p:cNvPr id="4" name="Rectangle 3">
            <a:extLst>
              <a:ext uri="{FF2B5EF4-FFF2-40B4-BE49-F238E27FC236}">
                <a16:creationId xmlns:a16="http://schemas.microsoft.com/office/drawing/2014/main" id="{04A6EF14-AB75-997E-39FC-0F636733F3CF}"/>
              </a:ext>
            </a:extLst>
          </p:cNvPr>
          <p:cNvSpPr/>
          <p:nvPr/>
        </p:nvSpPr>
        <p:spPr>
          <a:xfrm>
            <a:off x="0" y="-125412"/>
            <a:ext cx="12192000" cy="839788"/>
          </a:xfrm>
          <a:prstGeom prst="rect">
            <a:avLst/>
          </a:prstGeom>
          <a:solidFill>
            <a:srgbClr val="6F71D9"/>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p>
          <a:p>
            <a:pPr lvl="1"/>
            <a:r>
              <a:rPr lang="en-US" dirty="0" err="1"/>
              <a:t>Deploiement</a:t>
            </a:r>
            <a:r>
              <a:rPr lang="en-US" dirty="0"/>
              <a:t> :   </a:t>
            </a:r>
            <a:r>
              <a:rPr lang="en-US" dirty="0" err="1"/>
              <a:t>Attacher</a:t>
            </a:r>
            <a:r>
              <a:rPr lang="en-US" dirty="0"/>
              <a:t> le </a:t>
            </a:r>
            <a:r>
              <a:rPr lang="en-US" dirty="0" err="1"/>
              <a:t>modele</a:t>
            </a:r>
            <a:r>
              <a:rPr lang="en-US" dirty="0"/>
              <a:t> avec le frontend </a:t>
            </a:r>
            <a:endParaRPr lang="en-US" dirty="0">
              <a:ea typeface="Gadugi" panose="020B0502040204020203" pitchFamily="34" charset="0"/>
            </a:endParaRPr>
          </a:p>
          <a:p>
            <a:pPr lvl="1"/>
            <a:endParaRPr lang="en-US" dirty="0"/>
          </a:p>
        </p:txBody>
      </p:sp>
      <p:sp>
        <p:nvSpPr>
          <p:cNvPr id="6" name="TextBox 5">
            <a:extLst>
              <a:ext uri="{FF2B5EF4-FFF2-40B4-BE49-F238E27FC236}">
                <a16:creationId xmlns:a16="http://schemas.microsoft.com/office/drawing/2014/main" id="{8AD79EF5-F615-870B-C854-B9D157A0E9B4}"/>
              </a:ext>
            </a:extLst>
          </p:cNvPr>
          <p:cNvSpPr txBox="1"/>
          <p:nvPr/>
        </p:nvSpPr>
        <p:spPr>
          <a:xfrm>
            <a:off x="2362594" y="941427"/>
            <a:ext cx="6734174" cy="553998"/>
          </a:xfrm>
          <a:prstGeom prst="rect">
            <a:avLst/>
          </a:prstGeom>
          <a:noFill/>
        </p:spPr>
        <p:txBody>
          <a:bodyPr wrap="square" rtlCol="0">
            <a:spAutoFit/>
          </a:bodyPr>
          <a:lstStyle/>
          <a:p>
            <a:pPr algn="ctr"/>
            <a:r>
              <a:rPr lang="en-US" sz="3000" dirty="0" err="1">
                <a:solidFill>
                  <a:srgbClr val="020A52"/>
                </a:solidFill>
                <a:latin typeface="Garamond" panose="02020404030301010803" pitchFamily="18" charset="0"/>
                <a:cs typeface="Cascadia Code" panose="020B0609020000020004" pitchFamily="49" charset="0"/>
              </a:rPr>
              <a:t>Securisation</a:t>
            </a:r>
            <a:r>
              <a:rPr lang="en-US" sz="3000" dirty="0">
                <a:solidFill>
                  <a:srgbClr val="020A52"/>
                </a:solidFill>
                <a:latin typeface="Garamond" panose="02020404030301010803" pitchFamily="18" charset="0"/>
                <a:cs typeface="Cascadia Code" panose="020B0609020000020004" pitchFamily="49" charset="0"/>
              </a:rPr>
              <a:t> </a:t>
            </a:r>
            <a:r>
              <a:rPr lang="en-US" sz="3000" dirty="0" err="1">
                <a:solidFill>
                  <a:srgbClr val="020A52"/>
                </a:solidFill>
                <a:latin typeface="Garamond" panose="02020404030301010803" pitchFamily="18" charset="0"/>
                <a:cs typeface="Cascadia Code" panose="020B0609020000020004" pitchFamily="49" charset="0"/>
              </a:rPr>
              <a:t>d’acces</a:t>
            </a:r>
            <a:r>
              <a:rPr lang="en-US" sz="3000" dirty="0">
                <a:solidFill>
                  <a:srgbClr val="020A52"/>
                </a:solidFill>
                <a:latin typeface="Garamond" panose="02020404030301010803" pitchFamily="18" charset="0"/>
                <a:cs typeface="Cascadia Code" panose="020B0609020000020004" pitchFamily="49" charset="0"/>
              </a:rPr>
              <a:t> vers SageMaker : </a:t>
            </a:r>
          </a:p>
        </p:txBody>
      </p:sp>
      <p:pic>
        <p:nvPicPr>
          <p:cNvPr id="7" name="Picture 6">
            <a:extLst>
              <a:ext uri="{FF2B5EF4-FFF2-40B4-BE49-F238E27FC236}">
                <a16:creationId xmlns:a16="http://schemas.microsoft.com/office/drawing/2014/main" id="{09E48765-B1BD-CABD-9691-6F0643027949}"/>
              </a:ext>
            </a:extLst>
          </p:cNvPr>
          <p:cNvPicPr>
            <a:picLocks/>
          </p:cNvPicPr>
          <p:nvPr/>
        </p:nvPicPr>
        <p:blipFill>
          <a:blip r:embed="rId2"/>
          <a:stretch>
            <a:fillRect/>
          </a:stretch>
        </p:blipFill>
        <p:spPr>
          <a:xfrm>
            <a:off x="2674733" y="1800225"/>
            <a:ext cx="6422035" cy="4457700"/>
          </a:xfrm>
          <a:prstGeom prst="rect">
            <a:avLst/>
          </a:prstGeom>
        </p:spPr>
      </p:pic>
    </p:spTree>
    <p:extLst>
      <p:ext uri="{BB962C8B-B14F-4D97-AF65-F5344CB8AC3E}">
        <p14:creationId xmlns:p14="http://schemas.microsoft.com/office/powerpoint/2010/main" val="6067458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3E8DB-49AF-46D0-82E2-6B00526F67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ADF38A-2B16-241D-E34B-9E8A687E700C}"/>
              </a:ext>
            </a:extLst>
          </p:cNvPr>
          <p:cNvSpPr>
            <a:spLocks noGrp="1"/>
          </p:cNvSpPr>
          <p:nvPr>
            <p:ph type="sldNum" sz="quarter" idx="12"/>
          </p:nvPr>
        </p:nvSpPr>
        <p:spPr/>
        <p:txBody>
          <a:bodyPr/>
          <a:lstStyle/>
          <a:p>
            <a:fld id="{12BB5861-8602-4C7B-8FD3-C437005C3227}" type="slidenum">
              <a:rPr lang="en-US" smtClean="0"/>
              <a:t>26</a:t>
            </a:fld>
            <a:endParaRPr lang="en-US" dirty="0"/>
          </a:p>
        </p:txBody>
      </p:sp>
      <p:sp>
        <p:nvSpPr>
          <p:cNvPr id="3" name="Parallelogram 2">
            <a:extLst>
              <a:ext uri="{FF2B5EF4-FFF2-40B4-BE49-F238E27FC236}">
                <a16:creationId xmlns:a16="http://schemas.microsoft.com/office/drawing/2014/main" id="{50FF1BEA-16A3-06FF-CCA6-1442B7F6B024}"/>
              </a:ext>
            </a:extLst>
          </p:cNvPr>
          <p:cNvSpPr/>
          <p:nvPr/>
        </p:nvSpPr>
        <p:spPr>
          <a:xfrm>
            <a:off x="76200" y="0"/>
            <a:ext cx="5707380" cy="6858000"/>
          </a:xfrm>
          <a:prstGeom prst="parallelogram">
            <a:avLst/>
          </a:prstGeom>
          <a:blipFill>
            <a:blip r:embed="rId2">
              <a:duotone>
                <a:prstClr val="black"/>
                <a:srgbClr val="C5DE82">
                  <a:tint val="45000"/>
                  <a:satMod val="400000"/>
                </a:srgbClr>
              </a:duotone>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tretch>
              <a:fillRect/>
            </a:stretch>
          </a:blipFill>
          <a:ln>
            <a:noFill/>
          </a:ln>
          <a:effectLst>
            <a:outerShdw blurRad="2540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9EDCF14-9FDC-10DF-F451-B6153A38B6AB}"/>
              </a:ext>
            </a:extLst>
          </p:cNvPr>
          <p:cNvSpPr txBox="1"/>
          <p:nvPr/>
        </p:nvSpPr>
        <p:spPr>
          <a:xfrm>
            <a:off x="6096000" y="2295525"/>
            <a:ext cx="5617464" cy="861774"/>
          </a:xfrm>
          <a:prstGeom prst="rect">
            <a:avLst/>
          </a:prstGeom>
          <a:noFill/>
        </p:spPr>
        <p:txBody>
          <a:bodyPr wrap="square" rtlCol="0">
            <a:spAutoFit/>
          </a:bodyPr>
          <a:lstStyle/>
          <a:p>
            <a:r>
              <a:rPr lang="en-US" sz="5000" dirty="0">
                <a:solidFill>
                  <a:srgbClr val="C5DE82"/>
                </a:solidFill>
                <a:latin typeface="Bookman Old Style" panose="02050604050505020204" pitchFamily="18" charset="0"/>
              </a:rPr>
              <a:t>Gestion </a:t>
            </a:r>
            <a:r>
              <a:rPr lang="en-US" sz="5000" dirty="0" err="1">
                <a:solidFill>
                  <a:srgbClr val="C5DE82"/>
                </a:solidFill>
                <a:latin typeface="Bookman Old Style" panose="02050604050505020204" pitchFamily="18" charset="0"/>
              </a:rPr>
              <a:t>d’acces</a:t>
            </a:r>
            <a:r>
              <a:rPr lang="en-US" sz="5000" dirty="0">
                <a:solidFill>
                  <a:srgbClr val="C5DE82"/>
                </a:solidFill>
              </a:rPr>
              <a:t>: </a:t>
            </a:r>
          </a:p>
        </p:txBody>
      </p:sp>
      <p:pic>
        <p:nvPicPr>
          <p:cNvPr id="4" name="Graphic 3" descr="User with solid fill">
            <a:extLst>
              <a:ext uri="{FF2B5EF4-FFF2-40B4-BE49-F238E27FC236}">
                <a16:creationId xmlns:a16="http://schemas.microsoft.com/office/drawing/2014/main" id="{1122609A-7C51-6742-2DF3-9FB8A6FD7D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26156" y="3515610"/>
            <a:ext cx="1824486" cy="1824486"/>
          </a:xfrm>
          <a:prstGeom prst="rect">
            <a:avLst/>
          </a:prstGeom>
        </p:spPr>
      </p:pic>
    </p:spTree>
    <p:extLst>
      <p:ext uri="{BB962C8B-B14F-4D97-AF65-F5344CB8AC3E}">
        <p14:creationId xmlns:p14="http://schemas.microsoft.com/office/powerpoint/2010/main" val="124753544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EABC0-BA1D-A513-B3DF-6EF42690DF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BEBB8D-FBC0-D0CA-C1DA-26D99B6A29A0}"/>
              </a:ext>
            </a:extLst>
          </p:cNvPr>
          <p:cNvSpPr>
            <a:spLocks noGrp="1"/>
          </p:cNvSpPr>
          <p:nvPr>
            <p:ph type="sldNum" sz="quarter" idx="12"/>
          </p:nvPr>
        </p:nvSpPr>
        <p:spPr/>
        <p:txBody>
          <a:bodyPr/>
          <a:lstStyle/>
          <a:p>
            <a:fld id="{12BB5861-8602-4C7B-8FD3-C437005C3227}" type="slidenum">
              <a:rPr lang="en-US" smtClean="0"/>
              <a:t>27</a:t>
            </a:fld>
            <a:endParaRPr lang="en-US" dirty="0"/>
          </a:p>
        </p:txBody>
      </p:sp>
      <p:sp>
        <p:nvSpPr>
          <p:cNvPr id="4" name="Rectangle 3">
            <a:extLst>
              <a:ext uri="{FF2B5EF4-FFF2-40B4-BE49-F238E27FC236}">
                <a16:creationId xmlns:a16="http://schemas.microsoft.com/office/drawing/2014/main" id="{510D7998-EC67-CD2A-A33D-0B7B6A555F44}"/>
              </a:ext>
            </a:extLst>
          </p:cNvPr>
          <p:cNvSpPr/>
          <p:nvPr/>
        </p:nvSpPr>
        <p:spPr>
          <a:xfrm>
            <a:off x="0" y="-125412"/>
            <a:ext cx="12192000" cy="839788"/>
          </a:xfrm>
          <a:prstGeom prst="rect">
            <a:avLst/>
          </a:prstGeom>
          <a:solidFill>
            <a:srgbClr val="C5DE82"/>
          </a:solidFill>
          <a:ln>
            <a:noFill/>
          </a:ln>
          <a:effectLst>
            <a:outerShdw blurRad="304800" sx="99000" sy="99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latin typeface="Calibri" panose="020F0502020204030204" pitchFamily="34" charset="0"/>
              <a:ea typeface="Calibri" panose="020F0502020204030204" pitchFamily="34" charset="0"/>
              <a:cs typeface="Calibri" panose="020F0502020204030204" pitchFamily="34" charset="0"/>
            </a:endParaRPr>
          </a:p>
          <a:p>
            <a:pPr lvl="1"/>
            <a:r>
              <a:rPr lang="en-US" dirty="0">
                <a:latin typeface="Calibri" panose="020F0502020204030204" pitchFamily="34" charset="0"/>
                <a:ea typeface="Calibri" panose="020F0502020204030204" pitchFamily="34" charset="0"/>
                <a:cs typeface="Calibri" panose="020F0502020204030204" pitchFamily="34" charset="0"/>
              </a:rPr>
              <a:t>Gestion </a:t>
            </a:r>
            <a:r>
              <a:rPr lang="en-US" dirty="0" err="1">
                <a:latin typeface="Calibri" panose="020F0502020204030204" pitchFamily="34" charset="0"/>
                <a:ea typeface="Calibri" panose="020F0502020204030204" pitchFamily="34" charset="0"/>
                <a:cs typeface="Calibri" panose="020F0502020204030204" pitchFamily="34" charset="0"/>
              </a:rPr>
              <a:t>d’acces</a:t>
            </a:r>
            <a:r>
              <a:rPr lang="en-US" dirty="0">
                <a:latin typeface="Calibri" panose="020F0502020204030204" pitchFamily="34" charset="0"/>
                <a:ea typeface="Calibri" panose="020F0502020204030204" pitchFamily="34" charset="0"/>
                <a:cs typeface="Calibri" panose="020F0502020204030204" pitchFamily="34" charset="0"/>
              </a:rPr>
              <a:t>  : Gestion </a:t>
            </a:r>
            <a:r>
              <a:rPr lang="en-US" dirty="0" err="1">
                <a:latin typeface="Calibri" panose="020F0502020204030204" pitchFamily="34" charset="0"/>
                <a:ea typeface="Calibri" panose="020F0502020204030204" pitchFamily="34" charset="0"/>
                <a:cs typeface="Calibri" panose="020F0502020204030204" pitchFamily="34" charset="0"/>
              </a:rPr>
              <a:t>d’acces</a:t>
            </a:r>
            <a:r>
              <a:rPr lang="en-US" dirty="0">
                <a:latin typeface="Calibri" panose="020F0502020204030204" pitchFamily="34" charset="0"/>
                <a:ea typeface="Calibri" panose="020F0502020204030204" pitchFamily="34" charset="0"/>
                <a:cs typeface="Calibri" panose="020F0502020204030204" pitchFamily="34" charset="0"/>
              </a:rPr>
              <a:t> et communication </a:t>
            </a:r>
            <a:r>
              <a:rPr lang="en-US" dirty="0" err="1">
                <a:latin typeface="Calibri" panose="020F0502020204030204" pitchFamily="34" charset="0"/>
                <a:ea typeface="Calibri" panose="020F0502020204030204" pitchFamily="34" charset="0"/>
                <a:cs typeface="Calibri" panose="020F0502020204030204" pitchFamily="34" charset="0"/>
              </a:rPr>
              <a:t>securisee</a:t>
            </a:r>
            <a:r>
              <a:rPr lang="en-US" dirty="0">
                <a:latin typeface="Calibri" panose="020F0502020204030204" pitchFamily="34" charset="0"/>
                <a:ea typeface="Calibri" panose="020F0502020204030204" pitchFamily="34" charset="0"/>
                <a:cs typeface="Calibri" panose="020F0502020204030204" pitchFamily="34" charset="0"/>
              </a:rPr>
              <a:t> entre les services.</a:t>
            </a:r>
          </a:p>
          <a:p>
            <a:pPr lvl="1"/>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BDB5497-9E71-7F37-E7E9-5C6DA44935BD}"/>
              </a:ext>
            </a:extLst>
          </p:cNvPr>
          <p:cNvSpPr txBox="1"/>
          <p:nvPr/>
        </p:nvSpPr>
        <p:spPr>
          <a:xfrm>
            <a:off x="1093186" y="957233"/>
            <a:ext cx="11384280" cy="400110"/>
          </a:xfrm>
          <a:prstGeom prst="rect">
            <a:avLst/>
          </a:prstGeom>
          <a:noFill/>
        </p:spPr>
        <p:txBody>
          <a:bodyPr wrap="square" rtlCol="0">
            <a:spAutoFit/>
          </a:bodyPr>
          <a:lstStyle/>
          <a:p>
            <a:pPr>
              <a:buClr>
                <a:srgbClr val="C5DE82"/>
              </a:buClr>
            </a:pPr>
            <a:r>
              <a:rPr lang="en-US" sz="2000" dirty="0">
                <a:solidFill>
                  <a:srgbClr val="002060"/>
                </a:solidFill>
                <a:latin typeface="Garamond" panose="02020404030301010803" pitchFamily="18" charset="0"/>
                <a:ea typeface="Gadugi" panose="020B0502040204020203" pitchFamily="34" charset="0"/>
              </a:rPr>
              <a:t>Gestion </a:t>
            </a:r>
            <a:r>
              <a:rPr lang="en-US" sz="2000" dirty="0" err="1">
                <a:solidFill>
                  <a:srgbClr val="002060"/>
                </a:solidFill>
                <a:latin typeface="Garamond" panose="02020404030301010803" pitchFamily="18" charset="0"/>
                <a:ea typeface="Gadugi" panose="020B0502040204020203" pitchFamily="34" charset="0"/>
              </a:rPr>
              <a:t>d’acces</a:t>
            </a:r>
            <a:r>
              <a:rPr lang="en-US" sz="2000" dirty="0">
                <a:solidFill>
                  <a:srgbClr val="002060"/>
                </a:solidFill>
                <a:latin typeface="Garamond" panose="02020404030301010803" pitchFamily="18" charset="0"/>
                <a:ea typeface="Gadugi" panose="020B0502040204020203" pitchFamily="34" charset="0"/>
              </a:rPr>
              <a:t> et communication </a:t>
            </a:r>
            <a:r>
              <a:rPr lang="en-US" sz="2000" dirty="0" err="1">
                <a:solidFill>
                  <a:srgbClr val="002060"/>
                </a:solidFill>
                <a:latin typeface="Garamond" panose="02020404030301010803" pitchFamily="18" charset="0"/>
                <a:ea typeface="Gadugi" panose="020B0502040204020203" pitchFamily="34" charset="0"/>
              </a:rPr>
              <a:t>securisee</a:t>
            </a:r>
            <a:r>
              <a:rPr lang="en-US" sz="2000" dirty="0">
                <a:solidFill>
                  <a:srgbClr val="002060"/>
                </a:solidFill>
                <a:latin typeface="Garamond" panose="02020404030301010803" pitchFamily="18" charset="0"/>
                <a:ea typeface="Gadugi" panose="020B0502040204020203" pitchFamily="34" charset="0"/>
              </a:rPr>
              <a:t> entre les </a:t>
            </a:r>
            <a:r>
              <a:rPr lang="en-US" sz="2000" dirty="0" err="1">
                <a:solidFill>
                  <a:srgbClr val="002060"/>
                </a:solidFill>
                <a:latin typeface="Garamond" panose="02020404030301010803" pitchFamily="18" charset="0"/>
                <a:ea typeface="Gadugi" panose="020B0502040204020203" pitchFamily="34" charset="0"/>
              </a:rPr>
              <a:t>services,utilisateurs</a:t>
            </a:r>
            <a:r>
              <a:rPr lang="en-US" sz="2000" dirty="0">
                <a:solidFill>
                  <a:srgbClr val="002060"/>
                </a:solidFill>
                <a:latin typeface="Garamond" panose="02020404030301010803" pitchFamily="18" charset="0"/>
                <a:ea typeface="Gadugi" panose="020B0502040204020203" pitchFamily="34" charset="0"/>
              </a:rPr>
              <a:t> et actions : </a:t>
            </a:r>
          </a:p>
        </p:txBody>
      </p:sp>
      <p:pic>
        <p:nvPicPr>
          <p:cNvPr id="3" name="Picture 2">
            <a:extLst>
              <a:ext uri="{FF2B5EF4-FFF2-40B4-BE49-F238E27FC236}">
                <a16:creationId xmlns:a16="http://schemas.microsoft.com/office/drawing/2014/main" id="{C871EF62-059D-67E7-3FF5-9157EABE27AB}"/>
              </a:ext>
            </a:extLst>
          </p:cNvPr>
          <p:cNvPicPr>
            <a:picLocks/>
          </p:cNvPicPr>
          <p:nvPr/>
        </p:nvPicPr>
        <p:blipFill>
          <a:blip r:embed="rId2"/>
          <a:stretch>
            <a:fillRect/>
          </a:stretch>
        </p:blipFill>
        <p:spPr>
          <a:xfrm>
            <a:off x="1362075" y="1600200"/>
            <a:ext cx="8991599" cy="5019675"/>
          </a:xfrm>
          <a:prstGeom prst="rect">
            <a:avLst/>
          </a:prstGeom>
        </p:spPr>
      </p:pic>
    </p:spTree>
    <p:extLst>
      <p:ext uri="{BB962C8B-B14F-4D97-AF65-F5344CB8AC3E}">
        <p14:creationId xmlns:p14="http://schemas.microsoft.com/office/powerpoint/2010/main" val="601117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A1107-85DE-D344-6354-FDE50C1CF2C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AFEE19C-B0FE-D67C-F9F9-9E736A5AF1A0}"/>
              </a:ext>
            </a:extLst>
          </p:cNvPr>
          <p:cNvSpPr/>
          <p:nvPr/>
        </p:nvSpPr>
        <p:spPr>
          <a:xfrm>
            <a:off x="2253234" y="1863381"/>
            <a:ext cx="7685532" cy="22018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Aft>
                <a:spcPts val="800"/>
              </a:spcAft>
              <a:buNone/>
            </a:pPr>
            <a:r>
              <a:rPr lang="en-US" sz="3000" kern="100" dirty="0">
                <a:solidFill>
                  <a:srgbClr val="FF6600"/>
                </a:solidFill>
                <a:latin typeface="Raleway Medium" pitchFamily="2" charset="0"/>
                <a:ea typeface="Calibri" panose="020F0502020204030204" pitchFamily="34" charset="0"/>
                <a:cs typeface="Varela Round" pitchFamily="2" charset="-79"/>
              </a:rPr>
              <a:t>M</a:t>
            </a:r>
            <a:r>
              <a:rPr lang="en-US" sz="3000" kern="100" dirty="0">
                <a:solidFill>
                  <a:srgbClr val="000000"/>
                </a:solidFill>
                <a:latin typeface="Raleway Medium" pitchFamily="2" charset="0"/>
                <a:ea typeface="Calibri" panose="020F0502020204030204" pitchFamily="34" charset="0"/>
                <a:cs typeface="Varela Round" pitchFamily="2" charset="-79"/>
              </a:rPr>
              <a:t>ERCI </a:t>
            </a:r>
            <a:r>
              <a:rPr lang="en-US" sz="3000" kern="100" dirty="0">
                <a:solidFill>
                  <a:srgbClr val="FF6600"/>
                </a:solidFill>
                <a:latin typeface="Raleway Medium" pitchFamily="2" charset="0"/>
                <a:ea typeface="Calibri" panose="020F0502020204030204" pitchFamily="34" charset="0"/>
                <a:cs typeface="Varela Round" pitchFamily="2" charset="-79"/>
              </a:rPr>
              <a:t>P</a:t>
            </a:r>
            <a:r>
              <a:rPr lang="en-US" sz="3000" kern="100" dirty="0">
                <a:solidFill>
                  <a:srgbClr val="000000"/>
                </a:solidFill>
                <a:latin typeface="Raleway Medium" pitchFamily="2" charset="0"/>
                <a:ea typeface="Calibri" panose="020F0502020204030204" pitchFamily="34" charset="0"/>
                <a:cs typeface="Varela Round" pitchFamily="2" charset="-79"/>
              </a:rPr>
              <a:t>OUR </a:t>
            </a:r>
            <a:r>
              <a:rPr lang="en-US" sz="3000" kern="100" dirty="0">
                <a:solidFill>
                  <a:srgbClr val="FF6600"/>
                </a:solidFill>
                <a:latin typeface="Raleway Medium" pitchFamily="2" charset="0"/>
                <a:ea typeface="Calibri" panose="020F0502020204030204" pitchFamily="34" charset="0"/>
                <a:cs typeface="Varela Round" pitchFamily="2" charset="-79"/>
              </a:rPr>
              <a:t>V</a:t>
            </a:r>
            <a:r>
              <a:rPr lang="en-US" sz="3000" kern="100" dirty="0">
                <a:solidFill>
                  <a:srgbClr val="000000"/>
                </a:solidFill>
                <a:latin typeface="Raleway Medium" pitchFamily="2" charset="0"/>
                <a:ea typeface="Calibri" panose="020F0502020204030204" pitchFamily="34" charset="0"/>
                <a:cs typeface="Varela Round" pitchFamily="2" charset="-79"/>
              </a:rPr>
              <a:t>OTRE</a:t>
            </a:r>
            <a:r>
              <a:rPr lang="en-US" sz="3000" kern="100" dirty="0">
                <a:solidFill>
                  <a:srgbClr val="000000"/>
                </a:solidFill>
                <a:effectLst/>
                <a:latin typeface="Raleway Medium" pitchFamily="2" charset="0"/>
                <a:ea typeface="Calibri" panose="020F0502020204030204" pitchFamily="34" charset="0"/>
                <a:cs typeface="Varela Round" pitchFamily="2" charset="-79"/>
              </a:rPr>
              <a:t> </a:t>
            </a:r>
            <a:endParaRPr lang="en-US" sz="1200" kern="100" dirty="0">
              <a:effectLst/>
              <a:ea typeface="Calibri" panose="020F0502020204030204" pitchFamily="34" charset="0"/>
              <a:cs typeface="Arial" panose="020B0604020202020204" pitchFamily="34" charset="0"/>
            </a:endParaRPr>
          </a:p>
          <a:p>
            <a:pPr marL="0" marR="0" algn="ctr">
              <a:lnSpc>
                <a:spcPct val="115000"/>
              </a:lnSpc>
              <a:spcAft>
                <a:spcPts val="800"/>
              </a:spcAft>
              <a:buNone/>
            </a:pPr>
            <a:r>
              <a:rPr lang="en-US" sz="4000" kern="100" dirty="0">
                <a:solidFill>
                  <a:srgbClr val="FF6600"/>
                </a:solidFill>
                <a:effectLst/>
                <a:latin typeface="Raleway Medium" pitchFamily="2" charset="0"/>
                <a:ea typeface="Calibri" panose="020F0502020204030204" pitchFamily="34" charset="0"/>
                <a:cs typeface="Varela Round" pitchFamily="2" charset="-79"/>
              </a:rPr>
              <a:t>A</a:t>
            </a:r>
            <a:r>
              <a:rPr lang="en-US" sz="4000" kern="100" dirty="0">
                <a:solidFill>
                  <a:srgbClr val="000000"/>
                </a:solidFill>
                <a:latin typeface="Raleway Medium" pitchFamily="2" charset="0"/>
                <a:ea typeface="Calibri" panose="020F0502020204030204" pitchFamily="34" charset="0"/>
                <a:cs typeface="Varela Round" pitchFamily="2" charset="-79"/>
              </a:rPr>
              <a:t>TENTION</a:t>
            </a:r>
            <a:r>
              <a:rPr lang="en-US" sz="4000" kern="100" dirty="0">
                <a:solidFill>
                  <a:srgbClr val="000000"/>
                </a:solidFill>
                <a:effectLst/>
                <a:latin typeface="Raleway Medium" pitchFamily="2" charset="0"/>
                <a:ea typeface="Calibri" panose="020F0502020204030204" pitchFamily="34" charset="0"/>
                <a:cs typeface="Varela Round" pitchFamily="2" charset="-79"/>
              </a:rPr>
              <a:t> </a:t>
            </a:r>
            <a:endParaRPr lang="en-US" sz="1200" kern="100" dirty="0">
              <a:effectLst/>
              <a:ea typeface="Calibri" panose="020F05020202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079DF441-245A-4A4D-E23D-ED2AABE86E4C}"/>
              </a:ext>
            </a:extLst>
          </p:cNvPr>
          <p:cNvPicPr>
            <a:picLocks noChangeAspect="1"/>
          </p:cNvPicPr>
          <p:nvPr/>
        </p:nvPicPr>
        <p:blipFill>
          <a:blip r:embed="rId2">
            <a:extLst>
              <a:ext uri="{28A0092B-C50C-407E-A947-70E740481C1C}">
                <a14:useLocalDpi xmlns:a14="http://schemas.microsoft.com/office/drawing/2010/main" val="0"/>
              </a:ext>
            </a:extLst>
          </a:blip>
          <a:srcRect l="18064" t="35941" r="18808" b="29894"/>
          <a:stretch>
            <a:fillRect/>
          </a:stretch>
        </p:blipFill>
        <p:spPr>
          <a:xfrm>
            <a:off x="3777996" y="3647540"/>
            <a:ext cx="4636008" cy="1316736"/>
          </a:xfrm>
          <a:prstGeom prst="rect">
            <a:avLst/>
          </a:prstGeom>
        </p:spPr>
      </p:pic>
      <p:sp>
        <p:nvSpPr>
          <p:cNvPr id="18" name="Slide Number Placeholder 17">
            <a:extLst>
              <a:ext uri="{FF2B5EF4-FFF2-40B4-BE49-F238E27FC236}">
                <a16:creationId xmlns:a16="http://schemas.microsoft.com/office/drawing/2014/main" id="{EC8A54EF-5D0C-D946-9B3B-66B2982B0B4D}"/>
              </a:ext>
            </a:extLst>
          </p:cNvPr>
          <p:cNvSpPr>
            <a:spLocks noGrp="1"/>
          </p:cNvSpPr>
          <p:nvPr>
            <p:ph type="sldNum" sz="quarter" idx="12"/>
          </p:nvPr>
        </p:nvSpPr>
        <p:spPr/>
        <p:txBody>
          <a:bodyPr/>
          <a:lstStyle/>
          <a:p>
            <a:fld id="{12BB5861-8602-4C7B-8FD3-C437005C3227}" type="slidenum">
              <a:rPr lang="en-US" smtClean="0"/>
              <a:t>28</a:t>
            </a:fld>
            <a:endParaRPr lang="en-US"/>
          </a:p>
        </p:txBody>
      </p:sp>
    </p:spTree>
    <p:extLst>
      <p:ext uri="{BB962C8B-B14F-4D97-AF65-F5344CB8AC3E}">
        <p14:creationId xmlns:p14="http://schemas.microsoft.com/office/powerpoint/2010/main" val="532730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Effect transition="in" filter="fade">
                                      <p:cBhvr>
                                        <p:cTn id="9" dur="1000"/>
                                        <p:tgtEl>
                                          <p:spTgt spid="9"/>
                                        </p:tgtEl>
                                      </p:cBhvr>
                                    </p:animEffect>
                                  </p:childTnLst>
                                </p:cTn>
                              </p:par>
                              <p:par>
                                <p:cTn id="10" presetID="32" presetClass="emph" presetSubtype="0" repeatCount="2000" fill="hold" nodeType="withEffect">
                                  <p:stCondLst>
                                    <p:cond delay="0"/>
                                  </p:stCondLst>
                                  <p:childTnLst>
                                    <p:animRot by="120000">
                                      <p:cBhvr>
                                        <p:cTn id="11" dur="100" fill="hold">
                                          <p:stCondLst>
                                            <p:cond delay="0"/>
                                          </p:stCondLst>
                                        </p:cTn>
                                        <p:tgtEl>
                                          <p:spTgt spid="9"/>
                                        </p:tgtEl>
                                        <p:attrNameLst>
                                          <p:attrName>r</p:attrName>
                                        </p:attrNameLst>
                                      </p:cBhvr>
                                    </p:animRot>
                                    <p:animRot by="-240000">
                                      <p:cBhvr>
                                        <p:cTn id="12" dur="200" fill="hold">
                                          <p:stCondLst>
                                            <p:cond delay="200"/>
                                          </p:stCondLst>
                                        </p:cTn>
                                        <p:tgtEl>
                                          <p:spTgt spid="9"/>
                                        </p:tgtEl>
                                        <p:attrNameLst>
                                          <p:attrName>r</p:attrName>
                                        </p:attrNameLst>
                                      </p:cBhvr>
                                    </p:animRot>
                                    <p:animRot by="240000">
                                      <p:cBhvr>
                                        <p:cTn id="13" dur="200" fill="hold">
                                          <p:stCondLst>
                                            <p:cond delay="400"/>
                                          </p:stCondLst>
                                        </p:cTn>
                                        <p:tgtEl>
                                          <p:spTgt spid="9"/>
                                        </p:tgtEl>
                                        <p:attrNameLst>
                                          <p:attrName>r</p:attrName>
                                        </p:attrNameLst>
                                      </p:cBhvr>
                                    </p:animRot>
                                    <p:animRot by="-240000">
                                      <p:cBhvr>
                                        <p:cTn id="14" dur="200" fill="hold">
                                          <p:stCondLst>
                                            <p:cond delay="600"/>
                                          </p:stCondLst>
                                        </p:cTn>
                                        <p:tgtEl>
                                          <p:spTgt spid="9"/>
                                        </p:tgtEl>
                                        <p:attrNameLst>
                                          <p:attrName>r</p:attrName>
                                        </p:attrNameLst>
                                      </p:cBhvr>
                                    </p:animRot>
                                    <p:animRot by="120000">
                                      <p:cBhvr>
                                        <p:cTn id="15" dur="200" fill="hold">
                                          <p:stCondLst>
                                            <p:cond delay="8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86640DA-F7B1-4458-BFEC-917C847D59BE}">
  <we:reference id="wa200000113" version="1.0.0.0" store="en-US" storeType="OMEX"/>
  <we:alternateReferences>
    <we:reference id="WA200000113"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1140</Words>
  <Application>Microsoft Office PowerPoint</Application>
  <PresentationFormat>Widescreen</PresentationFormat>
  <Paragraphs>208</Paragraphs>
  <Slides>28</Slides>
  <Notes>4</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28</vt:i4>
      </vt:variant>
    </vt:vector>
  </HeadingPairs>
  <TitlesOfParts>
    <vt:vector size="45" baseType="lpstr">
      <vt:lpstr>Agency FB</vt:lpstr>
      <vt:lpstr>Arial</vt:lpstr>
      <vt:lpstr>Bookman Old Style</vt:lpstr>
      <vt:lpstr>Calibri</vt:lpstr>
      <vt:lpstr>Calibri Light</vt:lpstr>
      <vt:lpstr>Century Gothic</vt:lpstr>
      <vt:lpstr>Comfortaa</vt:lpstr>
      <vt:lpstr>Gadugi</vt:lpstr>
      <vt:lpstr>Garamond</vt:lpstr>
      <vt:lpstr>Goudy Old Style</vt:lpstr>
      <vt:lpstr>Lufga Light</vt:lpstr>
      <vt:lpstr>Neon 80s</vt:lpstr>
      <vt:lpstr>Quicksand Bold</vt:lpstr>
      <vt:lpstr>Raleway</vt:lpstr>
      <vt:lpstr>Raleway Medium</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Amine Essa</dc:creator>
  <cp:lastModifiedBy>Amine Essa</cp:lastModifiedBy>
  <cp:revision>7</cp:revision>
  <dcterms:created xsi:type="dcterms:W3CDTF">2025-11-28T14:55:26Z</dcterms:created>
  <dcterms:modified xsi:type="dcterms:W3CDTF">2025-12-08T13:38:15Z</dcterms:modified>
</cp:coreProperties>
</file>